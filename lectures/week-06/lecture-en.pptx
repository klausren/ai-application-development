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regularization (baseline)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 decay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Validation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Measure honestly, diagnose with evidence, regularise with restraint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Metrics and business cost · Evaluation protocol · Bias-variance diagnosis · Early stop / weight decay / dropout / augmentation · Lab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2 · W5-8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49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score on your training set was never your report card.
This week answers three questions: which number to read, whether it can be trusted, and how to make it trustworthy.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accuracy trap · confusion matrix · precision/recall/F1 · business cost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stratification · touch the test set once · K-fold · leakage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Underfit / just right / overfit · reading curves · symptoms to remedies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Early stop · weight decay · dropout · augmentation · measured comparison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Manufacture overfitting first · then apply four remedies · quantify with validation loss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"99% accuracy" is a number you can manufacture.
The moment you choose what to optimise, you choose what the model will sacrifice — so decide first who pays the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Accuracy Misleads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Especially on imbalanced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The Matrix Is the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Cost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miss and a false alarm cost differently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Start with a Failure That Really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model, a different metric, the opposite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The 99%-Accuracy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1,000 test samples; only 10 of them are genuine defects.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model always answers "normal" — accuracy (990/1000) = 99.0%.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Yet it catches zero defects: recall = 0%. Not one item is stopped on the line.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Accuracy here is not "good", it is "useless" — class imbalance inflates the score for free.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Write the Cost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Missing a true defect (FN): the customer receives scrap — recall plus reputation.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Flagging a good item (FP): one re-inspection, a few yuan.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two costs differ 100-fold, yet accuracy weighs them identically.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Choosing a metric is really writing the cost you care about into a formula.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So the Questions You Should 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1) When this system is wrong, who hurts, and how?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2) Of the two error types (miss / false alarm), which costs more — by how many times?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3) What is the class ratio? How imbalanced is it?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4) Is there a downstream safety net, or is this the only gate?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Count the confusion matrix correctly first — only then do metrics mean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Cell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Meaning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it feeds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Who cares most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TP 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also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precision (numerator), recall (numerator)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The line: the only items actually stopped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FN false negative (miss)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says normal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recall (denominator)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Customer and QA: the costliest cell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FP false positive (false alarm)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Actually fine; model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precision (denominator)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The line and re-inspection: wasted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TN true negative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Fine item judged fine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accuracy (numerator) — TN props accuracy up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Nobody watches it, yet it is the cheap way to inflate accuracy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famous 99% above was built entirely out of 990 TNs. Once TP / FP / FN / TN are counted, every metric is arithmetic.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Count the Matrix, Then Read the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Always read the matrix before a single number — reverse the order and you get fooled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Count the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read this table first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all 10 defects called normal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2. The precision / recall trade-off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same scores, different threshold, different metrics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low bar: catch more, alarm more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high bar: precise but blind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No free lunch: P and R trade off;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where you sit depends on which side pays.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threshold is a hyper-parameter you also choose by cost — do not leave it at 0.5 by default.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Choosing a Metric: Translating Cost into 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metric family encodes which mistake you fear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Miss Is Expensive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recall 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Prefer a false alarm to a miss: safety alerts, screening, defect blocking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more false alarms, more inspection hours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Add a human review stage to absorb the FPs at the 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False Alarm Is Expensive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precision 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Do not disturb the user: spam filters, auto-recommendation, auto-remediation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some true targets are missed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Raise the threshold to buy precision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Both, with a Fixed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F1 = 2PR / (P + R), the harmonic mean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harmonic mean is pulled down by the weaker side: a low P or R caps F1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it when classes are imbalanced and neither error type is negligible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For ranking, look at AUC / PR-AUC; when costs are asymmetric, weight them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One number is not a report. State the threshold, the per-class P/R and the class ratio — otherwise nobody can reproduce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One wrong split can add twenty points of accuracy out of thin air.
The model did not improve — you simply told it the answers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Split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Fit scaling/augmentation on train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Touch Test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Tuning on it destroys its meaning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K-Fold for Small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single split is mostly luck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Three-Way Split: Each Part Has One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 nobody is allowed to do someone else's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Parameters are updated here. Fit only improves, so its own score can never be the report card.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Where hyper-parameters, thresholds and early stopping are decided. You may reuse it — each reuse costs a little honesty.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Padlocked. Run once, after every decision is frozen, for the single final number. Once seen, you may not go back and tune.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Lab 5 of this course uses a stratified 70/15/15 split repeated over five seeds — a single split is never treated as a conclusion.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Classic Ways to Inflate a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Their common root: the answer leaks out before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Wrong order: normalise / oversample / augment the whole dataset, then split.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validation set's own statistics leak into its own preprocessing.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validation accuracy 0.99, then 0.7 on a genuinely fresh batch.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order: split first, fit preprocessing on train only, then transform val/test.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Tuning on the Test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loop: read test result, change the learning rate, read again, change again — twenty times.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test set silently became a validation set; you report the best of twenty draws.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essence: every peek spends one unit of its value as independent evidence.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Course rule: the test result appears only in the final submission, alongside a log of every earlier decision.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One Run, No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Run once, with one seed, then treat a 1-point difference as "this method is better".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with a few hundred validation samples, one point can be two samples of luck.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this week's measurements, the same change swung by ±3 points across seeds.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practice: 3-5 seeds minimum, report mean ± sd, and state whether the conclusion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K-Fold Cross-Validation: Steadier on Small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Take turns being the validation set, then average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767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767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8815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815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64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64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912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912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7679" y="22104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767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815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8815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64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864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8912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912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767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3767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88159" y="28368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815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3864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64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912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8912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767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3767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8815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8815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38640" y="34632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64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9120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912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767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767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8815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8815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38640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64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9120" y="40896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8912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fold takes a turn as validation; K trainings give K scores.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mean ± sd, making split luck explicit rather than hidden.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Cost: K times the training time. With plenty of data, skip it.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With imbalanced classes, stratify — use StratifiedKFold.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Course rule: reports must state whether the result holds across seeds or folds.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K-fold does not raise the score; it makes the uncertainty in the score visible.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Never "it feels like it is overfitting".
There is one reliable piece of evidence: training loss still falling while validation loss has turned upward.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Loss, Not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Accuracy has a ceiling and hides decay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Them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and validation on one chart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Diagnose Before Prescribing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Underfit and overfit need opposite remedies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States, Three Curve Shapes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position and the direction of two lines — not the value of one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Underfitting (high bias)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is high and will not fall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is equally high; the two lines sit close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the augmentation arm reaches only 0.960 train accuracy, 0.824 test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Remedy: more capacity, better features, less regularisation, train longer — not more regularisation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Well Fitted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settles low and flattens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follows it down and stays flat near its minimum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gap remains, but it is stable and stops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a shippable state, not a perfect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Overfitting (high variance)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keeps falling toward zero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falls to some epoch, then turns upward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gap between the two lines keeps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train accuracy 1.000 while validation loss rises from 0.516 at epoch 85 to 0.671 at epoch 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Note: validation accuracy barely moved in the same experiments (around 0.856). That is why overfitting must be judged on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What Overfitting Looks Like: Train vs Validation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 accuracy hits 0.9875 by epoch 41 and is pinned at 1.000 from epoch 61 on.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accuracy sticks at 0.83-0.84 and gains nothing over the next 300 epochs.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From this chart alone you can already conclude: the model has memorised the training set.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But accuracy is a coarse ruler — it hides the degradation. The next chart is the decisive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Decisive Evidence: Validation Loss Turns Upward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Baseline: bottoms out at 0.6357 at point 5 (epoch 81), then climbs monotonically to 0.8672 at epoch 400.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Over the same 400 epochs, the weight-decay line stays flat in 0.58-0.61 and never turns up.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Averaged over 5 seeds: baseline validation loss rises by +0.155±0.089; weight decay only +0.027±0.014.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fork in the curve is the line between overfitting and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Symptom to Diagnosis to Remedy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evidence first; the wrong prescription makes it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What you see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Do / do not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loss high, validation loss high, lines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Widen/deepen, add features, weaken or remove regularisation, train longer. Adding dropout here makes it worse.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loss keeps falling, validation loss turns upward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Early stop, weight decay, dropout, augmentation, more data. Note: validation accuracy may show nothing.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Both look great, then a fresh batch collapses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Leakage or distribution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Re-audit the split order and where preprocessing was fitted; check whether the new data was collected the same way.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Repeated runs swing within ±3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Noise, not a conclusion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Re-run over 3-5 seeds, report mean ± sd; do not declare a win when the difference is under one sd.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Validation loss wobbles slightly near its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Normal convergence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Keep this state. Do not chase the lower training loss at epoch 400.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Course rule: put the evidence in the report, not just the verdict. Evidence = concrete epochs and values from the train/validation loss curves.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Regularisation is not a free score boost. It trades a little training fit for a little generalisation.
Brake too hard and the car stops — that is called underfitting.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Stop at the validation-loss minimum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Penalise large weights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Perturb data and representation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Brakes, Four Things Being Slowed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All four limit the model's freedom, but in completely different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Watch validation loss; stop after N epochs without improvement, then restore the best weights.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training time. Changes neither the model nor the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Main side effect: validation is now used for decisions; repeated reuse wears it out.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400 epochs cut to 105, test accuracy 0.874 vs baseline 0.878.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Weight Decay (L2)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Add λ‖w‖² to the loss, pulling weights toward zero and making the function smoother.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parameter magnitude. One argument to enable.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Key lesson: it suppresses the rise in validation loss rather than raising accuracy.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validation loss rise +0.027±0.014 versus +0.155±0.089 for the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Randomly zero a fraction of neurons during training, so the net cannot rely on one unit.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co-adaptation between neurons. Must be off at evaluation time.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Classic bug: forgetting model.train() / model.eval(), so every evaluation differs.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test 0.884±0.011 vs baseline 0.878±0.012 — a 0.006 gap, under one sd.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Augmentation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Apply label-preserving transforms to training samples — diversity instead of more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effective dataset size. The transform must respect the data's semantics.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counter-example here: pixel shifts + noise drop test accuracy to 0.824 — worse.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Why: at 8x8 there are only 64 pixels; shifting erases stroke structure and creates mislabelled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Four Brakes in 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 15 lines in total — the hard part is knowing when not to write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Early stop + 2. Weight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2. Weight decay: just one argument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1. Early stop: keep the best state yourself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restore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3. Dropout + 4. Augmentation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3. Dropout: insert between hidden layers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training: Dropout is active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eval: Dropout switches off!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4. Augmentation: training batch only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never augment val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train/eval switch is bug number one for dropout: forget net.eval() and validation accuracy jitters randomly — enough to make you believe a regulariser works when it does not.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Measured on This Machine: Six Arms 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8x8 · 70/15/15 · n_train=80 · 64-128-64-10 MLP · Adam 1e-3 · 400 epochs · 5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loss best to 400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Rise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0.516 to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Early stop (patience 20)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0.516 to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Weight decay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0.497 to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0.474 to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0.529 to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Combined (wd + dropout + aug)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0.849 to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Means over 5 seeds (42-46); test-accuracy standard deviations run 0.010-0.024. How to read this table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How to Read That Table: Three Honest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This experiment did not produce the tidy answer "regularisation raises accuracy" — so we report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Regularisation suppresses validation loss — it does not raise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Baseline validation loss rises +0.155; early stop only +0.018, weight decay only +0.027. Yet validation accuracy across all six arms sits in 0.716-0.858 and every test-accuracy difference is within one sd. Accuracy cannot tell them apart; validation loss tells you instantly who is degrading.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Augmentation and the combined arm hurt here — that is underfitting, not overfitting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Augmentation pulls test accuracy from 0.878 down to 0.824 and train accuracy from 1.000 to 0.960; the combined arm collapses to 0.740. The cause is not weak regularisation but an over-applied brake: at 8x8 there are only 64 pixels, and shifting erases stroke structure, effectively mislabelling the training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single run's difference may be noise — always repeat across seeds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change moves test accuracy by up to ±3 points across seeds. Dropout's 0.884 versus the baseline's 0.878 is a 0.006 gap, under one sd (0.012) — by this course's rule that is not enough to claim a win, only to say no significant difference was observed.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Manufacture overfitting on purpose, then apply the four remedies one at a time.
The goal is not a higher score but curves that explain what each remedy actually changed.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Manufacture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Small train set, large 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Change one variable per 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Quantify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 loss and best epoch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Tasks: Five Parts, One Step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Every part ends in something checkable — if you cannot produce it, stop and debug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A. Manufacture 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Data: sklearn digits (8x8, 1797 images, offline), normalised to 0-1 first.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70/15/15, stratified, fixed seed; keep only 80 training images.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Model: 64-128-64-10 MLP (17,226 parameters) — 215 parameters per training sample.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Deliverable: four curves (train/val accuracy and loss) plus the epoch of minimum validation loss.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B. Apply the Four Remedies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Early stop (patience 20, restore best); weight decay (weight_decay=1e-2).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 (p=0.3); augmentation (Gaussian noise sigma=0.15 + ±1 px shift).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Change one variable at a time, everything else identical to A; add one combined arm.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Record: validation loss at its minimum and at epoch 400, best epoch, epochs actually run.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C. Quantify, D. Conclude Honestly, E. Reproduce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Quantify: for every arm compute Δ = loss at epoch 400 minus loss at its minimum, as a table.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Honest verdict: which remedy helped, which did nothing, which hurt — and why.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Across seeds: re-run the key claim over at least 3 seeds; report mean ± sd.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Reproduce: fixed seed, one command to re-run; attach environment and library versions.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Deliverables and Rubric (Lab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points, announced in advance; the core question is whether the evidence chain is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Deliverable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Requirement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Points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Overfitting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Four curves plus the exact epoch of minimum validation loss; must show train accuracy saturating at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Regularization comparison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All six arms (baseline / early stop / weight decay / dropout / augmentation / combined) with train, val, test accuracy and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Quantified 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State which remedy helped, which did not, which hurt, with a mechanism — not just "it did not work"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Cross-seed stability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At least 3 seeds re-run, mean ± sd reported, and a statement of whether the conclusion holds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Reproducibility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One command re-runs everything; fixed seeds; environment and library versions attached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Common deductions: curves without epoch numbers; reading "accuracy did not move" as "regularisation is useless"; concluding from a single seed.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 · Module 2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Answer first, then compare with the next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binary classifier scores 0.95 accuracy on 1,000 samples with 50 positives. Which metric must you look at next, and why?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None — 0.95 is already good enough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Recall: positives are only 5%, so predicting all-negative already gives 0.95 — first confirm the positives are not being missed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Training loss: it reflects the model state best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Parameter count: only large models are a worry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Diagnosis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Train accuracy 1.000, validation accuracy 0.856, validation loss rising since epoch 85. What is the diagnosis?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Underfitting — enlarge the model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Overfitting — the evidence is validation loss turning upward (accuracy hides it behind a ceiling)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The data is broken — collect again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Cannot tell — you need the test set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Protocol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of these inflates the validation score?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Split first, then fit the scaler on the training set only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Oversample and normalise the whole dataset first, then split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Use StratifiedKFold for cross-validation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Re-run over 5 seeds and report mean ± sd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In this week's measurements, what was weight decay 1e-2's cleanest benefit?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Raising test accuracy from 0.878 to 0.95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Lowering train accuracy to 0.90 to avoid overfitting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Suppressing the rise in validation loss from +0.155 to +0.027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Reducing the parameter count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Week's Takeaways and Homework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Separate the training-set score from a trustworthy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Choosing a metric is writing business cost into a formula: recall when a miss is costly, precision when a false alarm is, F1 when both matter, AUC for ranking.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protocol decides whether the number is believable: split before processing, touch test once, stratify and K-fold on small data, and repeat across seeds.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only reliable evidence of overfitting is validation loss turning upward; validation accuracy hides the degradation behind a ceiling.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four remedies act differently: early stop limits time, weight decay limits magnitude, dropout limits co-adaptation, augmentation limits data diversity — none is free.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What we measured: regularisation suppressed validation loss but did not raise accuracy; augmentation and combined regularisation actually hurt on 8x8 images. Report it as it is.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regularization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Six-arm table, the validation-loss rise Δ, cross-seed mean ± sd, and an explicit verdict on which remedy works best here and why.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Finish the Module 2 quiz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Covers W5-W8 knowledge points (KT9-KT14); answers reviewed at the start of next class.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Prove your number is trustworthy first;
argue about how good your model is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Next week: CNNs for Computer Vision — Lab 6 reuses this week's evaluation protocol and augmentation, so bring your curve-reading.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Convolution, pooling and receptive fields · training a CNN with augmentation on GPU · confusion matrix and error-case analysis (Lab 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
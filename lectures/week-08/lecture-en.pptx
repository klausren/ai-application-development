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0.2849</c:v>
                </c:pt>
                <c:pt idx="1">
                  <c:v>0.2696</c:v>
                </c:pt>
                <c:pt idx="2">
                  <c:v>0.4857</c:v>
                </c:pt>
                <c:pt idx="3">
                  <c:v>0.6386</c:v>
                </c:pt>
                <c:pt idx="4">
                  <c:v>0.74</c:v>
                </c:pt>
                <c:pt idx="5">
                  <c:v>0.8375</c:v>
                </c:pt>
                <c:pt idx="6">
                  <c:v>0.8853</c:v>
                </c:pt>
                <c:pt idx="7">
                  <c:v>0.8967</c:v>
                </c:pt>
                <c:pt idx="8">
                  <c:v>0.9675</c:v>
                </c:pt>
                <c:pt idx="9">
                  <c:v>0.9866</c:v>
                </c:pt>
                <c:pt idx="10">
                  <c:v>0.9885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0.2143</c:v>
                </c:pt>
                <c:pt idx="1">
                  <c:v>0.2411</c:v>
                </c:pt>
                <c:pt idx="2">
                  <c:v>0.2589</c:v>
                </c:pt>
                <c:pt idx="3">
                  <c:v>0.25</c:v>
                </c:pt>
                <c:pt idx="4">
                  <c:v>0.3036</c:v>
                </c:pt>
                <c:pt idx="5">
                  <c:v>0.3393</c:v>
                </c:pt>
                <c:pt idx="6">
                  <c:v>0.3571</c:v>
                </c:pt>
                <c:pt idx="7">
                  <c:v>0.3036</c:v>
                </c:pt>
                <c:pt idx="8">
                  <c:v>0.3661</c:v>
                </c:pt>
                <c:pt idx="9">
                  <c:v>0.4196</c:v>
                </c:pt>
                <c:pt idx="10">
                  <c:v>0.4196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Per-class recall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W1 · n=80</c:v>
                </c:pt>
                <c:pt idx="1">
                  <c:v>W2 · n=75</c:v>
                </c:pt>
                <c:pt idx="2">
                  <c:v>W3 · n=85</c:v>
                </c:pt>
                <c:pt idx="3">
                  <c:v>W4 · n=90</c:v>
                </c:pt>
                <c:pt idx="4">
                  <c:v>W5 · n=95</c:v>
                </c:pt>
                <c:pt idx="5">
                  <c:v>W6 · n=140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0.175</c:v>
                </c:pt>
                <c:pt idx="1">
                  <c:v>0.1867</c:v>
                </c:pt>
                <c:pt idx="2">
                  <c:v>0.4235</c:v>
                </c:pt>
                <c:pt idx="3">
                  <c:v>0.4778</c:v>
                </c:pt>
                <c:pt idx="4">
                  <c:v>0.4211</c:v>
                </c:pt>
                <c:pt idx="5">
                  <c:v>0.6643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class (ordered by test size)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5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recall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MODULE 02 · WEEK 08 · CORE DEEP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Sequence Models and Text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From a passage to a tensor, and back to a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CU(8) · Lab 7 · 748 passages · 6 classes · Embedding(64)→LSTM(96)→Linear(6) · Adam 1e-3 · batch 64 · 30 epochs · 5 seeds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4 hours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21634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94434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Lab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4068" y="5295600"/>
            <a:ext cx="434885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16868" y="5364000"/>
            <a:ext cx="400325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M8 midterm checkpoint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Zheng Ren · School of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slides · 5 parts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protagonist this week is not the LSTM. It is **the person who turns variable-length text into a fixed-length tensor.** Get padding and masking wrong and the model still trains and still reports an accuracy — just a fake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90 lecture (10 review + 80 new)
80 lab
10 wrap-up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From text to a tensor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tokenise → vocabulary → encode → pad, and where each step breaks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Padding and masking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quiet bug: the model reads a pad vector and the metric cannot see it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It overfits; regularisation does not rescue it — the bottleneck is data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Where it goes wrong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6×6 confusion matrix, the accuracy/macro-F1 split, concrete samples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Next, and M8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Part 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RNN→Transformer hook, the metric-choice ethics point, the midterm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From Text to a Tensor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1 · tokenise → vocabulary → encode → pad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An LSTM does not read. It reads an integer tensor of shape (batch, seq_len). **Eighty percent of this week's bugs live in these four steps, not in the model.** Wire the pipeline first; the gates come second.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split on what?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built from train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Encode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who gets &lt;unk&gt;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pad to what length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steps, one classic bug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See the chain before writing it. Every step's failure surfaces as 'low accuracy' at the end, never at the line you broke.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Split the string into a token sequence.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English: lowercase + the regex [a-z][a-z'-]*, so don't and state-of-the-art stay whole.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Chinese: **splitting on whitespace is almost always wrong** — see the next-but-one page.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decide before you split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Vocabulary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7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**Build the vocabulary from the training split only.** Using all data hands test information to training.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min_freq=2 drops words seen once; cap at 6000.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week's mean vocabulary is only 1592 words.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49999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96799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leakage hotspot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81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400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Encode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400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&lt;pad&gt;=0, &lt;unk&gt;=1, real words from 2 up.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padding_idx=0 keeps the &lt;pad&gt; embedding **frozen** — it never receives gradient.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choice is what masking later keys off.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4605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4605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index 0 is reserved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2059" y="3816000"/>
            <a:ext cx="5170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059" y="3816000"/>
            <a:ext cx="32400" cy="23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5259" y="4003199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4 · Pad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5259" y="4276800"/>
            <a:ext cx="4724459" cy="17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One batch needs equal lengths, so short documents get zeros.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Pad to the batch max, or to a global max_len (96)? We chose the global one.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**95.6% of test documents never reach that length** — which is exactly the next part's problem.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68919" y="5778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68919" y="5824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the bill arrives 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Tokenise and build the vocabulary — train split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These two blocks are the shared starting point for every arm this week. The vocabulary is counted on train; test only looks words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runnable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Tokenise + vocabulary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13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re, collections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TOKEN = re.compile(r"[a-z][a-z'-]*")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tokenise(text):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TOKEN.findall(text.lower())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build_vocab(texts, min_freq=2, cap=6000):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freq = collections.Counter()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t in texts:            # texts = TRAIN only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freq.update(tokenise(t))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words = [w for w, c in freq.most_common()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if c &gt;= min_freq][:cap]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0 = &lt;pad&gt;, 1 = &lt;unk&gt;, real words from 2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{"&lt;pad&gt;": 0, "&lt;unk&gt;": 1,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**{w: i + 2 for i, w in enumerate(words)}}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67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Encode + pad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13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encode(text, vocab, max_len):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[vocab.get(w, 1) for w in tokenise(text)]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ids[:max_len]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+= [0] * (max_len - len(ids))   # pad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torch.tensor(ids)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encode_batch(texts, vocab, max_len=96):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[encode(t, vocab, max_len) for t in texts]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x = torch.stack(ids)                # (B,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the true length of each sample - masking keys off this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lens = torch.tensor([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min(len(tokenise(t)), max_len) for t in texts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x, lens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04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**Keep `lens`.** Throw it away and you are left with exactly the two pooling choices that turned out to be this week's worst.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This week's corpus: built so that it cannot cheat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One task, one sentence: **given an English passage, name the week it came from.** The corpus is this course's own Week 1–6 lecture notes, lab sheets and textbook — nothing is downloaded.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2664000"/>
                <a:gridCol w="2664000"/>
                <a:gridCol w="2601720"/>
              </a:tblGrid>
              <a:tr h="43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Item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Value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means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Why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Passages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748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train 523 / val 112 / test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stratified by week, 70/15/15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Classes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W1 105 · W2 97 · W3 114 · W4 119 · W5 128 · W6 185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**naturally imbalanced — the smallest class is 57% of the largest**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Vocabulary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the model sees 1592 (counted on train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anything outside train becomes &lt;unk&gt;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Length (words)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median 35 · p95 87 · max 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 42.1 words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**wide spread — padding is unavoidable**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Anti-leakage scrub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Week N / CU(N) / Lab N / dates replaced with placeholders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otherwise the label is literally in the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Corpus fingerprint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87e41aac89ef…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SHA-256; rebuild with build_text_corpus.py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**reproducible**: same corpus, same numbers anywhere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92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corpus is **this course's own text** (CC BY-NC-SA 4.0): no third-party licence risk, no download, fully offline. The price is size — 748 passages is far too few for 6 classes, **which is the root cause of Part 3's 'regularisation does not rescue it'**.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Why Chinese cannot be split on whitespace — a measurable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Chinese text, two segmentation schemes, compared on **out-of-vocabulary rate**. The high-OOV scheme leaves the model guessing.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measured on this course's Chinese textbook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Whitespace (wrong)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375 train segments → a vocabulary of only 372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**99.5% of them are singletons**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of 375 test tokens, **99.7% are out of vocabulary**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 effect: **the whole passage collapses into a single &lt;unk&gt;**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no Chinese task can be learned this 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Character level (right)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same 375 segments → 880 characters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singleton share drops to **21.7%** (a different order of magnitude)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tokens become 14860 (one per character)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OOV is only **2.5%**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price: longer sequences, coarser units — **a trade, not a free win**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8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OOV falls from **99.7%** to **2.5%**, a factor of 39. In practice you reach for a segmenter (jieba, etc.) and fall back to character level — **but you never just split on spaces and hope.**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Padding and Masking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2 · the quiet bug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**95.6% of test documents are shorter than max_len=96.** So if you take the hidden state at the final timestep, **you are reading the pad vector, not the sentence.** Nothing crashes. The accuracy just quietly halves.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zeros to fixed length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which positions are real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let the RNN stop early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sequence → one vector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One LSTM, two readings — the difference is the last three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Top: `out[:, -1, :]` — **that is position 96, not the last real token.** Bottom: `pack_padded_sequence` stops the LSTM where the real tokens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single comparison you must 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✗ Wrong: reads the pad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class TextLSTM(nn.Module):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__init__(self, vocab_size, hidden=96):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self.emb = nn.Embedding(vocab_size, 64,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    padding_idx=0)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self.lstm = nn.LSTM(64, hidden,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batch_first=True)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self.fc = nn.Linear(hidden, 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 = self.emb(x)          # (B, 96, 64)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out, _ = self.lstm(e)    # (B, 96,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# ✗ position 96 is padding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return self.fc(out[:, -1, :])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✓ Right: pack, then take the last hidden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torch.nn.utils.rnn import 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pack_padded_sequence,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pad_packed_sequence,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the pack requires descending length order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e = self.emb(x)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order = torch.argsort(lens, descending=True)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inv = torch.argsort(order)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packed = pack_padded_sequence(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e[order], lens[order].cpu(),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batch_first=True, enforce_sorted=True)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out, (h, _) = self.lstm(packed)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h[-1] is each sample's LAST REAL token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self.fc(h[-1][inv])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Both blocks have **exactly the same parameter count** (166,278), the same epochs, the same data. The only difference is 'position 96' versus 'the last real token'. The next page prices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pooling choices, one model, a 26-point spread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four arms differ only in how (B,96,96) becomes (B,96). Same parameters, data, epochs, optimiser.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 ± 1 sd over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944000"/>
                <a:gridCol w="1944000"/>
                <a:gridCol w="1944000"/>
                <a:gridCol w="2241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Gap to best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In one line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 (best)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0.5027 ± 0.0449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average over real positions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0.4248 ± 0.0360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−7.8 points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textbook, but reads one state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0.3929 ± 0.0684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−11.0 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padding folded into the 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 (worst)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0.2407 ± 0.0040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−26.2 points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reads the pad vector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**The spread is 0.2620 — nearly 26 points.** Note `last_step`'s macro F1 of 0.0711: the 6-class chance level is 1/6 ≈ 0.1667, **so it is below chance.** Its accuracy, 0.2407, merely looks 'mediocre' rather than broken. That is Part 4's metric problem.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Masking: the error that looks like it was never written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Both arms average over the time axis; the code is nearly character-identical. The difference is one boolean.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✗ Unmasked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**0.3929**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**0.3315**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for a short document, **most positions in the average are pad vectors**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shorter the document the worse: the 20–29 bucket gets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largest spread (±0.0684) — **unstable**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✓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**0.5027** (+11.0 points)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**0.4774** (+14.6 points)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`(h * mask).sum(1) / mask.sum(1)` — **one line**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20–29 bucket returns to 0.4211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spread narrows to ±0.0449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Look at which bucket gains most: **the shortest one.** That matches the mechanism — the shorter the document, the larger the pad share, the heavier the damage. **Masking is not an optimisation; it is correctness.**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Autopsy of the quiet bug: bucket by length and the damage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Same arm, same headline accuracy, split by document length. If the error were random the buckets would look alike. They do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max_len = 96 · 95.6% of docs fall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3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shortest bucket collapses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20–29 words: packed 0.4211 vs last_step **0.1579**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30–49 words: 0.3902 vs **0.1707**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50–99 words: they finally converge (0.4483 vs 0.4138)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**the longer the document, the smaller the harm — a mirror of the pad share.**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mechanism 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188000"/>
            <a:ext cx="5170859" cy="234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188000"/>
            <a:ext cx="32400" cy="23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second, harder line at the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48800"/>
            <a:ext cx="4724459" cy="1735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at or above 96 words: 5, accuracy **0.4000**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below 96 words: 108, accuracy **0.2315**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Long enough documents have no padded positions, so `[-1]` really is the end — **they behave normally.**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**This rules out 'the task is just hard'.**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one bug, two lines of evidence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3 · it overfits, and that is not the main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best arm reaches only **0.5027**. The reflex is 'add regularisation'. Three pieces of evidence say: **yes it overfits, but regularisation does not rescue it — the bottleneck is the 523 training passages.**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Overfitting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0.99 / val 0.42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tried it, did not 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Sequence length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swept 48/96/192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523 passages is too few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Train against validation: one runs to 0.99, one parks at 0.42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11 sampled points (every 3 epochs, 30 total). The distance between the lines is the overfitting.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arm · seed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At epoch 30: train 0.9885, val 0.4196, **a gap of 0.5689**.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By epoch 24 train is already 0.9675 while val is 0.3661 — **the model is memorising.**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validation curve **never falls**, so this is not 'trained too long'; it is capacity spent in the wrong place.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is exactly the shape from Week 6 — **the same face, a different dataset.**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Sweeping max_len: 48, 96, 192 — neither truncating nor padding 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natural guess is '96 is too long or too short'. Sweep it and the guess dies.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3 seeds (42–44)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2088000"/>
                <a:gridCol w="2088000"/>
                <a:gridCol w="2088000"/>
                <a:gridCol w="202572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max_len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last_step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sd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Reading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48 (shorter, truncates)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packed a little better; last_step rises too — **as the mechanism predicts**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96 (this week's default)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0.2389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192 (longer, pads more)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**no gain at all** — more zeros carry no information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96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packed lands at 0.4572 / 0.4454 / 0.4454 — **essentially flat** (within one standard deviation). last_step stays far below it at every length. **Conclusion: max_len is not the lever; the pooling bug survives every length you try.**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Regularisation does not rescue it — this week's most important honest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Week 6's two most effective tools (Dropout 0.3 + weight decay 1e-3) added to this week's best arm. If capacity is the bottleneck it should rise; if data is, it should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Week 6's tools, applied to the best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mean_masked (baseline best)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**0.5027 ± 0.0449**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**0.4774 ± 0.0482**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no Dropout, no weight decay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166,278 parameters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**this is this week's ceiling**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+ Dropout 0.3 + wd 1e-3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 accuracy **0.4672 ± 0.0595**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**0.4433 ± 0.0625**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accuracy **drops 3.6 points**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macro F1 drops 3.4 points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spread actually widens (±0.0595) — **less stable**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71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In Week 6 these two worked (enough data, a big model). Here they **lower both accuracy and macro F1** and widen the spread. That is the lesson: **the same technique has opposite correct answers under a capacity bottleneck and under a data bottleneck.** You pick by diagnosing the bottleneck first, not by taste.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bottleneck is data: the bigger the class, the better the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Same model, same features — **sort the six classes by size** and recall tracks it closely (Spearman rho = 0.77). Direct evidence that the model is learning the prior, not the content.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arm · pooled over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two smallest classes (n=80, 75) recall **0.1750 / 0.1867**.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largest class (n=140) recalls **0.6643** — 3.8× W1.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There are two small inversions: W2 (n=75) edges above W1 (n=80), and W5 (n=95) dips just below W4 (n=90).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**So regularisation cannot help: what is missing is samples, not constraints.**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Where It Goes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4 · recommend a number you would defend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0.5027 carries almost no information. This part swaps it for two things that do: **a 6×6 confusion matrix**, and **the accuracy / macro-F1 split**. The latter is the quantified version of this week's ethics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Confusion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6×6, cell by cell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Accuracy ≠ macro 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17-point gap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Concrete cases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passages, read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Delivery bar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four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Confusion matrix: 565 test predictions over 5 seeds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Row = true week, column = prediction. Diagonal is correct. Total 565; correct 240 (0.4248).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packed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60000"/>
          <a:ext cx="1059372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65200"/>
                <a:gridCol w="1465200"/>
                <a:gridCol w="1465200"/>
                <a:gridCol w="1465200"/>
                <a:gridCol w="1465200"/>
                <a:gridCol w="1467720"/>
              </a:tblGrid>
              <a:tr h="4114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true / pred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W1 (n=80)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W2 (n=75)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W3 (n=85)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W4 (n=90)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W5 (n=95)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W6 (n=140)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93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28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One reading rule: **look off-diagonal, and ask whether the mass is uniform or concentrated.** Here it is **almost flat** — every cell sits between 4 and 22, with no disaster zone. On the diagonal only W6 stands out (93). **A matrix that gets a bit of everything wrong and nothing right is diagnosed as too little data, not a wrong model.**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Read the misclassified passages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Printing the matrix is step one. Step two is pulling the **raw text** of the misclassified passages — and immediately seeing that they are fine sentences that simply **belong to no single week**.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14 passages · seed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Print the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@torch.no_grad()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show_errors(model, loader, vocab, inv_vocab, n=10):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model.eval()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shown = 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x, lens, y in loader: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logits = model(x, lens)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pred = logits.argmax(1)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bad = (pred != y).nonzero().flatten()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for i in bad: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ids = x[i][x[i] != 0].tolist()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words = ' '.join(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inv_vocab.get(j, '&lt;unk&gt;') for j in 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 = logits[i].softmax(0)[pred[i]].item()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print(f'true W{y[i]+1} -&gt; pred W{pred[i]+1}'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f'  conf={p:.4f}')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print(f'   {words[:120]}...')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shown += 1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if shown &gt;= n: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three kinds of sentence you will find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1) short, so the vocabulary burden is heaviest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W4 -&gt; pred W3   (20 tokens)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"Hidden layers transform the features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first; the output layer decides afterwards."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2) a generic engineering sentence, true of any week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W1 -&gt; pred W2   (26 tokens)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"Hyper-parameters, data paths, batch size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and split ratios live in a file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3) vocabulary reused across weeks (17,226 appears in a W6 passage)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true W6 -&gt; pred W4   (22 tokens)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"Explain how a training set of 80 samples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against 17,226 parameters produces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overfitting ..."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conclusion: none of the 14 is a modelling mistake;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           they belong to no single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32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**These 14 are not model failures; they are the task's boundary.** 'Which week does this passage belong to' has no unique answer — especially for concepts reused across weeks. **The right move is to write that finding into the report, not to keep tuning.**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accuracy / macro-F1 split: a signal you must recognise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Six-class chance level is 1/6 ≈ 0.1667. **Accuracy lets a broken model look employed; macro F1 tells the truth.**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same arms, two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7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015999"/>
                <a:gridCol w="2015999"/>
                <a:gridCol w="2015999"/>
                <a:gridCol w="2169720"/>
              </a:tblGrid>
              <a:tr h="54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Accuracy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Gap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0.5027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2.5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the two agree — **a trustworthy report**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4.1 pts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mild split, acceptable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6.1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the split is now visible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0.2407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**17.0 pts**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**macro F1 0.0711 is below chance 0.1667**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0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reports 0.2407 accuracy, which reads as 'just weak'; its macro F1 is 0.0711 — **below chance**. The gap is 17.0 points. **An accuracy-only report ships this broken model.**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error-analysis delivery bar: four checks you can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official wording is 'explain why the model does worse on some classes'. Here is the checkable version.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official homework, operationalised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4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1 ·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Print the matrix and state three totals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Total 565, correct 240, accuracy 0.4248, and **which diagonal cell is largest** (W6 at 93). Accuracy alone does not pass.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192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19200"/>
            <a:ext cx="32400" cy="10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606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78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2 · Two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34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Report accuracy and macro F1 together, and explain the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61200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`last_step`'s 0.2407 against 0.0711 is the week's best teaching specimen: **macro F1 below chance (0.1667) while accuracy shows nothing.**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14399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14399"/>
            <a:ext cx="32400" cy="104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8015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73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3 · Concrete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729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At least 3 raw passages with model confidence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56399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Seed 42 yields 14; all retrievable. The rule is **quote the text** — 'the model learned poorly' is not accepted.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809600"/>
            <a:ext cx="10593719" cy="10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809600"/>
            <a:ext cx="32400" cy="104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996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506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4 · One testable hypothesis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92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Write one guess the next step could falsify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1600"/>
            <a:ext cx="9153719" cy="64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For example: 'lowering max_len to 48 raises the shortest bucket'. Then **run it** and write the outcome back — win or lose.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Next, and M8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Part 5 · the hook for Module 3, and the midterm checkpoint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This week's LSTM is **the control arm for all of Module 3**: W9 transfer learning and W10 attention/Transformers are measured against it. And **Week 8 is also M8, the midterm checkpoint** — the first formally graded review of the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RNN → 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gates fix gradients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no more sequential scan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→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this week's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M8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midterm, 4 points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Placing this week's LSTM in the sequence-model lineage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Three upgrades, each fixing a specific defect. **From next week you walk all three yourself**, with this week's 0.5027 as the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weeks per the official course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9" cy="31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2232000"/>
                <a:gridCol w="2232000"/>
                <a:gridCol w="2232000"/>
                <a:gridCol w="2241720"/>
              </a:tblGrid>
              <a:tr h="633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Model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fixed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left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Key mechanism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Where in the course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first model to share parameters across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vanishing/exploding gradients on long sequences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h_t = tanh(Wx + Uh_{t-1})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this week (KT16)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LSTM / GRU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makes 'what to remember' learnable via gates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still sequential — cannot be parallelised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forget / input / output gates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**lab 7 uses exactly this**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removes the fixed-vector bottleneck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carries no positional information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Q·Kᵀ → softmax →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Week 10 (CU(10))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6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stacks attention deeply and parallelises fully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needs far more data and compute (this week's bottleneck gets worse)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multi-head + positional encoding + residual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Weeks 10–11 (CU(10–11))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53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Note the last row: **a Transformer amplifies the 'not enough data' problem, not the reverse.** You have just watched 523 training passages pin a 166K-parameter LSTM — the same bottleneck returns in Week 10, more expensively. **That is the thing to carry out of this week.**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Ethics point: error costs are asymmetric, so metric choice is a duty to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Turn the slogan into something checkable: **the same model, a different metric, an opposite conclusion.** All three cards below are measured this week, not hypothesised.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user-centred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45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Accuracy can pass a broken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`last_step`: accuracy 0.2407, macro F1 0.0711.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Macro F1 sits below the 6-class chance level of 0.1667.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**On accuracy alone, this model passes review.**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cost lands on minority-class users, who are almost never recognised.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43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43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who pays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440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2440" y="1224000"/>
            <a:ext cx="32400" cy="345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563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Class size decides who is sacrificed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W1 (n=80) recalls 0.1750; W6 (n=140) recalls 0.6643.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3.8× gap, rising overall with class size (Spearman rho = 0.77).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**This is precisely why macro F1 exists.**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Weighted F1 or plain accuracy averages the gap away.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65680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680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what an average hides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5679" y="1224000"/>
            <a:ext cx="338723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5679" y="1224000"/>
            <a:ext cx="32400" cy="345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8879" y="141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A metric is a product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8879" y="1684800"/>
            <a:ext cx="2940839" cy="28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Recall Week 6: there, maximising accuracy was right — balanced data, symmetric costs.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Here it is wrong, because it rewards guessing the majority prior.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**Same action, two settings, one right and one wrong.**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**Before picking a metric, ask: whose mistake costs more this time?**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68919" y="4266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8919" y="4312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not a technicality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co-pilot: let the AI write the whole pipeline, then you catch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official brief: 'AI generates a text-processing pipeline → students locate the padding/masking errors and record the before/after difference'. This is not optional — **the record is graded.**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official AI-enabled 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338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Step 1 · Ask (and ask precisely)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Prompt template: **'Write a complete PyTorch LSTM forward pass for a 6-class text task with variable-length input, and explain how you handle padding.'**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Demand **runnable code**, not prose.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**Do not read the reference implementation first** — get the AI's first draft.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605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605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get a draft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059" y="1224000"/>
            <a:ext cx="5170859" cy="338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059" y="1224000"/>
            <a:ext cx="32400" cy="338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5259" y="1411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Step 2 · Find the bug (this is the graded part)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5259" y="1684800"/>
            <a:ext cx="4724459" cy="27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Work down this checklist against the AI's code: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Does it accept `lens`? If not, it can only use `[-1]`.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Is the vocabulary built on all data? → leakage.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Is `padding_idx=0` set? If not, the pad embedding receives gradient.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Is the pooling a masked mean or a bare `mean`? **A bare mean is this week's 4th place.**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919" y="419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8919" y="424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annotate each one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In-class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Each item probes the week's most commonly broken step. **Answer first, then justify.**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 items · spoken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35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split should the vocabulary be counted on? What breaks if you use all 748 passages?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61999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All of it — the vocabulary is largest that way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Train only; using all of it leaks test information and inflates the test accuracy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Test only, to match the test distribution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It does not matter; the vocabulary only affects speed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88000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35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9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35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95.6% of test documents never reach max_len=96. What does `out[:, -1, :]` return?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61999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The hidden state of the last real token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The state at position 96 — a pad vector on short documents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The mean over the sequence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It raises a shape error and will not 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23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`last_step` reports 0.2407 accuracy and 0.0711 macro F1. How do you report 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36000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Accuracy 0.2407; mediocre, keep tuning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Report both, and note macro F1 is below chance 0.1667 — **broken, not mediocre**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Report macro F1 only; it is the stricter one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Both are low, so the task is impossible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761999"/>
            <a:ext cx="5197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23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397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23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The best arm reaches only 0.5027. What happens when you add Dropout + weight decay, and why?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36000"/>
            <a:ext cx="4801859" cy="15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It rises — regularisation always improves generalisation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It falls (0.5027 → 0.4672) — the bottleneck is data (523 passages), not capacity, so regularisation cuts the only signal there is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Unchanged; the parameter count did not change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It rises, but only after many more epochs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M8 · Midterm checkpoint ★ — this week is also the project's first graded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M8 is not extra work; it is **one block of the course's 15-point staged review**. Done in class this week, **a live 3-minute demo**, with slide 3 about failures.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milestone · 4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0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411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83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92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working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565999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Runs from a fresh clone. If it does not run, the item does not count — **'works on my machine' is not a demo.**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383199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383199"/>
            <a:ext cx="32400" cy="100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5703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4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49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`DATA.md`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25200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Source, licence, sample count, split, leakage check, known traps. This week's lab 7 is the template.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424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42400"/>
            <a:ext cx="32400" cy="100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7296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01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57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3-slide deck; slide 3 is about failures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884399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Slide 1 what it does, slide 2 the numbers, **slide 3 where it fails.** Slide 3 carries the marks — **an all-good-news deck is treated as incomplete.**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01600"/>
            <a:ext cx="10593719" cy="100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01600"/>
            <a:ext cx="32400" cy="100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8888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960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Deliver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16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live 3-minute demo + 2 minutes of questions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043600"/>
            <a:ext cx="9153719" cy="6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**No screen recordings, no animations standing in for a run.** I will ask 'what happens if I change this parameter' — answer live or try it live.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This week in four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Four sentences, each with a number behind it from this week.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CU(8) · Lab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Most text-task bugs live in the four pipeline steps — **tokenise, vocabulary, encode, pad** — not in the model. Splitting Chinese on whitespace drives OOV to 99.7%.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Padding must come with masking. **95.6% of test documents fall short of max_len**, and without a mask the model reads pad vectors; the pooling choice alone is worth 26.2 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It does overfit (train 0.9885 / val 0.4196), but **regularisation does not rescue it** (0.5027 → 0.4672) — **the bottleneck is 523 training passages, not capacity.**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Metric choice is a duty to users: per-class recall runs from 0.1750 to 0.6643, and **only macro F1 makes that gap visible**; accuracy will pass a below-chance model.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Lab 7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Pipeline code, the four-arm pooling table, the confusion matrix, ≥3 raw misclassified passages, and the AI co-pilot log with before/after numbers.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Prediction task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official homework: 'what breaks if the text gets long' — one page, discussed next week.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M8 pack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Prototype + `DATA.md` v1 + a 3-slide deck (slide 3 on failures). **Demoed in class this week; no extension.**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'Accuracy is not a result. It is a number you have not started explaining.'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This week: 0.4248 accuracy, 0.0711 macro F1, 14 raw misclassified passages — together they are a report.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9 · Transfer Learning and Pretrained Models (CU(9)): redo this week's task with a pretrained model and see whether it breaks 0.5027 — plus a full from-scratch versus fine-tune comparison.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 Lecture · Zheng Ren · School of Software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
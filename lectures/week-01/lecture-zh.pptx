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AI 应用开发导论与岗位认知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Introduction to AI Application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1 · 技术栈与流程 · 岗位能力模型 · 环境与工具链 · 可复现性三要素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模块一 · W1–4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4875" y="5295600"/>
            <a:ext cx="280871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7675" y="5364000"/>
            <a:ext cx="246311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6788" y="5295600"/>
            <a:ext cx="337045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588" y="5364000"/>
            <a:ext cx="302485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Python · conda · PyTorch · GPU · Notebook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0444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3244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留学生班 · 英文授课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先看清这门课要造什么、需要什么能力，
再把你的工作台搭建到「可复现」。
Know the destination before you start walking.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理论约 90 min · Lab 约 75 min · 小测与小结 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AI 应用开发是什么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What It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技术栈分层 · 从想法到上线 · 产业生态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AI 工程师岗位能力模型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The 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岗位角色 · 能力矩阵 · 典型工作流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开发环境与工具链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Environment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Python/conda/PyTorch/GPU/Notebook · 环境验证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可复现性与 AI 使用边界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Reproducibility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种子/配置/版本三要素 · 过程留痕 · 学术诚信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实验 0 环境与记录仓库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环境搭建 · GPU 验证 · 固定种子跑两次 · 建记录仓库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AI 应用开发是什么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AI 应用开发不是「训练一个模型」，而是「把一个模型变成别人能用的系统」。
这一部分之后，你应该能画出从想法到上线的完整流水线。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面向系统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模型只是流水线的一环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端到端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数据 → 训练 → 评估 → 服务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工程约束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时延 · 成本 · 可维护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传统软件开发 vs AI 应用开发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传统软件开发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行为由人写的规则完全确定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输出可预测、可断言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测试即验证（等于预期即通过）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难点在逻辑复杂度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AI 应用开发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行为由数据「学」出来，带概率性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输出是分布，需要指标而非断言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评估 = 统计度量（精度/时延/成本）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难点在数据、泛化与工程化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同一句话：传统软件「我告诉你规则」，AI 应用「我给你例子，你自己总结规则」——因此你还要为「它总结错了」负责。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从想法到上线：六步流水线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810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810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问题定义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目标用户、要解决的问题、
成功与失败判据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4281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6820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6820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430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6430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4820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4820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4820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获取、清洗、划分、
标注与合规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0440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443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443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404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404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43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建模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243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243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基线 → 简单模型 →
改进模型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7805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0205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0205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166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166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005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评估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005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Evaluate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005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离线指标、错误分析、
与业务代价对齐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74567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6967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6967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928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928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767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部署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767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767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封装接口、时延与吞吐、
异常输入处理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31329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3729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3729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690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690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529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运维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529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Operate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529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监控、版本、漂移
与再训练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本课程 16 周就是沿这条线展开：W1–4 打地基，W5–8 练模型，W9–12 上现代应用，W13–16 做工程与综合项目。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应用技术栈：四层结构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应用层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users touch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界面、API、业务流程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决定「有没有人用」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模型层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predicts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训练/微调、推理、评估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本课程的主战场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feeds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采集、存储、清洗、版本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数据决定上限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20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400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基础设施层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400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runs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算力（GPU）、容器、调度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决定成本与速度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244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244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563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贯穿：MLOps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563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how it stays alive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实验管理、版本、监控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W14 专门讲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5679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567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887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贯穿：负责任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887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how it stays safe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公平、可解释、安全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W15 专门讲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产业生态与典型应用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3384000"/>
                <a:gridCol w="2304000"/>
                <a:gridCol w="3240000"/>
              </a:tblGrid>
              <a:tr h="50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领域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典型任务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关键指标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本课程对应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计算机视觉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图像分类、缺陷检测、分割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mAP / 精度 / 漏检率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W7 CNN · W9 迁移学习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自然语言处理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文本分类、序列标注、情感分析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F1 / 精度 / 忠实度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W8 LSTM · W10 Transformer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大模型应用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信息抽取、问答、检索增强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解析成功率 / 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W11 提示工程 · W12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工程与运维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推理服务、监控、版本管理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P95 时延 / 吞吐 / 漂移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W13 部署 · W14 MLOps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381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无论哪个领域，衡量的东西都一样：预测得对不对（质量）+ 跑得多快多贵（工程）。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AI 工程师岗位能力模型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The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产业要的不是「会调库的人」，而是「能把模型送进生产的人」。
这一部分把岗位要求翻译成你本学期要练的能力。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三类角色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数据 / 模型 / 工程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能力矩阵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知识 · 技能 · 素养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工作流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从需求到上线的一天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三类核心角色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数据工程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把原始数据变成可训练的数据集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技能：清洗、划分、Dataset/DataLoader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对应 W3 · 实验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模型工程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选择/搭建/训练/评估模型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技能：nn.Module、训练循环、调参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对应 W4–W10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应用/部署工程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把模型封装成稳定可用的服务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技能：接口、时延、监控、版本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对应 W13–W14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岗位能力矩阵（本学期对应训练）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40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5040000"/>
                <a:gridCol w="3384000"/>
              </a:tblGrid>
              <a:tr h="45257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能力维度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具体要求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训练环节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工程基础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环境搭建、版本控制、代码规范、可复现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 实验 0 · 全学期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数据处理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清洗、划分、泄漏识别、Dataset/DataLoader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W3 实验 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建模与训练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nn.Module、损失与优化器、正则化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W4–W6 实验 3–5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评估与分析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按代价选指标、错误分析、消融实验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W6 实验 5 · 各周对照表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现代 AI 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Transformer、提示工程、RAG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W10–W12 实验 9–11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57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工程化与素养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部署、MLOps、负责任 AI、AI 协同留痕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W13–W16 · 全学期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464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矩阵里没有一项叫「会背算法」。所有能力都用「你能交付什么」来定义。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一位 AI 工程师的一周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6172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6172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对齐需求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Align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和业务方确认问题、
指标与失败判据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17544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1544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1544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8516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516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544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摸数据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9544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Explore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544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看分布、缺失、
不平衡与泄漏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59888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3888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3888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0860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0860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8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打基线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1888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888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先用最笨的方法
拿到一个数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02232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6231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6231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3203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3203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4232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迭代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232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Iterate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4232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一次只改一个变量，
记录对照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44575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8575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575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5547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5547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6576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交付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6576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6576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封装服务、写文档、
做监控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注意第 3、4 步：先要有基线，再谈改进；一次只改一个变量，否则你无法解释结果。这两条是本课程评分表里的硬指标。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开发环境与工具链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环境问题的代价被严重低估：一次「跑不起来」可能吃掉你整周的进度。
这一部分的目标是——一次配好，长期可用。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每个项目一个环境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可验证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GPU 与依赖能被检查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可迁移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换机器能重建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工具链五件套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Python + conda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conda 建隔离环境，避免依赖打架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 environment.yml 纳入版本库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本课程统一使用 PyTorch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能用 CPU / GPU 两种后端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GPU / CUDA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确认 torch.cuda.is_available() 为真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记下显卡型号与显存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200" y="381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200" y="381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400" y="4003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Notebook /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400" y="423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workbench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443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实验用 Notebook 快速试错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正式代码落成 .py 模块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2440" y="381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2440" y="381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5639" y="4003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5639" y="423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time machine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443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每周至少一次有意义的提交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提交信息写清「改了什么、为什么」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5679" y="381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5679" y="381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8879" y="4003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实验记录仓库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8879" y="423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443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每次实验的参数、指标、结论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是期末「开发轨迹」评分的依据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环境自检脚本：三行确认可用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check_env.py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sys, torch, platform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print("python :", sys.version.split()[0])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print("torch  :", torch.__version__)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print("device :", "cuda" if torch.cuda.is_available() else "cpu")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if torch.cuda.is_available():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print("gpu    :", torch.cuda.get_device_name(0))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print("vram   :", round(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torch.cuda.get_device_properties(0).total_memory / 1e9, 2), "GB")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期望：torch 版本与你安装的一致；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device 为 cuda（若有 NVIDIA GPU），否则为 cpu。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三条要点：版本对得上、设备能被识别、显存看得见。截图留档，作为实验 0 的第一份证据。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环境就绪清单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隔离环境已建立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conda 环境可用，environment.yml 已导出并提交到仓库。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PyTorch 可导入且版本正确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python -c "import torch; print(torch.__version__)" 正常输出。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GPU 状态已确认并记录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明确 is_available() 结果；无 GPU 也可，但必须在报告里写明并说明运行在 CPU。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实验记录仓库已建立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Git 仓库就绪，含 README 说明结构与命名约定，并能通过链接访问。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加分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IDE 与断点调试可用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能在 .py 文件里打断点并单步执行，而非只靠 print 调试。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可复现性与 AI 使用边界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「我这里能跑」不是结论。「换台机器、换个时间，结果一样」才是。
同时，本课程允许你用 AI，但要求你留下可核查的痕迹。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三要素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种子 · 配置 · 版本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可核查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别人能复算你的数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诚实留痕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用了 AI 就写清楚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可复现性三要素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随机种子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固定 Python / NumPy / PyTorch 三处种子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否则一次结果无法被另一次验证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配置记录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超参数、数据路径、批大小全部写进文件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不靠记忆，不靠口头约定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版本管理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代码版本 + 环境版本 + 数据版本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三者缺一，结果就无法追溯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不可复现 vs 可复现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不可复现的典型做法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种子没设，每次跑出来都不一样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超参数散在代码各处、随手改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依赖没记录，换机器就报错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只保存最好的那次结果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报告里没有可运行的命令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可复现的标准做法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一行 set_seed(42) 固定全部随机源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配置集中在 config.yaml / 字典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environment.yml + requirements.txt 入库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每次运行都有日志与指标记录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README 里一行命令即可复现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本课程所有实验报告都要求给出「可复现命令」。写不出命令 = 这个结果不算数。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固定种子：三行覆盖全部随机源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reproducibility.py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random, numpy as np, torch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set_seed(seed: int = 42) -&gt; None: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random.seed(seed)          # Python 内置随机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np.random.seed(seed)       # NumPy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torch.manual_seed(seed)    # PyTorch（CPU）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torch.cuda.manual_seed_all(seed)  # 全部 GPU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set_seed(42)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a = [torch.rand(3) for _ in range(2)]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关键实验：同一进程里重新播种，再抽一次，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观察两次结果是否一致 —— 这就是实验 0 的对比。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注意：固定种子只保证「同一环境内可复现」。跨设备/跨版本的微小差异属正常，报告里应如实说明。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使用边界与过程留痕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94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可以用 AI 做什么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allowed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解释概念、生成草稿代码、查找 API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帮你写文档框架与测试用例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充当「不会累的结对伙伴」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94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94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不可以做什么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forbidden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直接提交看不懂的代码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AI 结论替代自己的验证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 AI 生成内容当作原创成果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必须留下什么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每条协同记录：提问 + AI 回答 + 你改了什么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明确指出 AI 出错的地方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计入形成性考核的 10 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协同记录模板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AI_USE.md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协同记录 #01 · 2026-09-xx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**我想要的**：用 autograd 手写一次梯度下降。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**AI 给了什么**：一段 w -= lr * w.grad 的循环。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**我发现了什么问题**：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没有在每步前清零梯度 → 梯度被累加，损失震荡；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形状 (3,) 与 (3,1) 混用，广播后结果和预期不同。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**我怎么改的**：加 w.grad.zero_()；统一 reshape(-1, 1)。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**结论**：AI 的骨架可用，但两处错误必须自己发现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—— 这是本课程 AI 协同的核心要求。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一条合格的协同记录必须有「AI 错在哪」。只写「AI 帮了我」的记录不计分。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实验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Environment, Reproducibility, Record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这是全学期唯一一次「不写模型」的实验，但它决定你后面 15 周是否顺利。
四个任务：搭环境 → 验 GPU → 跑两次固定种子 → 建记录仓库。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搭建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conda + PyTorch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GPU 与版本可查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仓库与截图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0 的四个任务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环境搭建与 GPU 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建 conda 环境，装 PyTorch，运行环境自检脚本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产出：环境信息截图 + environment.yml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固定种子跑两次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用同一脚本、同一 seed 跑两遍，对比两次结果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再故意去掉种子跑一次，观察差异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解释为什么需要固定种子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用你自己两次运行的实测差异作答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不许照抄课件原话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建立个人实验记录仓库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建 Git 仓库，写 README 说明目录与命名约定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提交第一份记录：环境信息与两次运行结果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实验脚本：同一份代码，跑两次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lab0_seed_demo.py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random, numpy as np, torch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set_seed(s):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random.seed(s); np.random.seed(s)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torch.manual_seed(s); torch.cuda.manual_seed_all(s)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draw(seed=None):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if seed is not None: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set_seed(seed)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torch.rand(4).tolist()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print("run1 :", draw(42))   # 与 run2 完全一致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print("run2 :", draw(42))   # ← 固定种子：相同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print("no-seed:", draw())   # ← 不固定：随机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报告要求：把这三行的实际输出贴进实验记录，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并写一句你自己的结论。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run1 与 run2 必须逐位相同。若不同，多半是还有一处随机源没固定（常见：DataLoader 的 shuffle、新增的 worker）。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记录仓库的目录约定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记录仓库结构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ai-course-labs/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README.md          # 课程信息、目录说明、命名约定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environment.yml    # 环境快照（conda export）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w01-lab0/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│   ├── check_env.txt  # 环境自检输出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│   ├── seed_demo.py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│   └── report.md      # 三次输出 + 你的结论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w02-lab1/          # 每周一个目录，命名统一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└── AI_USE.md          # 全学期 AI 协同记录，按 #01 #02 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目录结构从第一周就固定，后面 15 周直接往里加。命名约定混乱是期末「开发轨迹」失分的最常见原因。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0 提交清单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环境信息截图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含 Python / PyTorch 版本与设备信息；无 GPU 需注明运行在 CPU。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两次运行的实测输出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run1、run2、no-seed 三行真实输出，不得编造。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一段自己的结论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用实测差异解释「为什么需要固定种子」，禁止照抄课件。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记录仓库链接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可访问的 Git 仓库地址，README 完整，第一份记录已提交。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问题定义单草案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目标用户、待解决问题、可用数据、拟用指标、失败判据。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「AI 应用开发」与「训练一个模型」是同一件事吗？为什么？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是，模型即应用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否，模型只是端到端流水线中的一环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否，AI 应用不需要模型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取决于数据量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岗位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下面哪一项最接近「应用/部署工程师」的核心职责？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清洗与划分数据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选择损失函数并调参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把模型封装成稳定可用的服务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撰写论文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可复现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固定随机种子后，两次运行结果仍不同，最可能的原因是？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GPU 太旧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仍有未固定的随机源（如 shuffle / worker）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PyTorch 有 bug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种子数值不够大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AI 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下列哪种做法符合本课程的 AI 使用要求？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让 AI 写好全部代码后直接提交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用 AI 生成后逐行解释，并记录发现的问题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完全不用 AI 才是唯一正解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只要在结尾写一句「用了 AI」即可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AI 应用开发 = 端到端流水线：问题定义 → 数据 → 建模 → 评估 → 部署 → 运维，模型只是其中一环。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岗位能力用「能交付什么」定义：数据、建模、评估、工程化、负责任与留痕六类。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环境要一次配好：隔离环境 + PyTorch + GPU 可验证 + Git + 实验记录仓库。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可复现性三要素：固定种子、集中配置、版本管理。缺一项，结果就无法追溯。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AI 可以用，但必须留下「AI 错在哪、我怎么改」的可核查记录。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提交实验 0 五项材料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环境截图、两次运行输出、自己的结论、记录仓库链接、问题定义单草案。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预习 W2：PyTorch 张量与自动求导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读《动手学深度学习（PyTorch 版）》张量与自动求导相关章节，先跑通官方示例。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「先把工作台搭稳，
再谈模型有多聪明。」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本周交付：可用环境 + 可复现记录 + 一个想做的题目。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W2 · PyTorch 基础：张量、广播与自动求导 —— 不借助 nn.Module，只用张量手写一次线性回归。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 Lecture ·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
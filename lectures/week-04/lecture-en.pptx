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ReLU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numRef>
              <c:f>Sheet1!$A$2:$A$9</c:f>
              <c:numCache>
                <c:formatCode>General</c:formatCode>
                <c:ptCount val="8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100</c:v>
                </c:pt>
                <c:pt idx="4">
                  <c:v>150</c:v>
                </c:pt>
                <c:pt idx="5">
                  <c:v>200</c:v>
                </c:pt>
                <c:pt idx="6">
                  <c:v>250</c:v>
                </c:pt>
                <c:pt idx="7">
                  <c:v>300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0.66</c:v>
                </c:pt>
                <c:pt idx="1">
                  <c:v>0.45</c:v>
                </c:pt>
                <c:pt idx="2">
                  <c:v>0.3</c:v>
                </c:pt>
                <c:pt idx="3">
                  <c:v>0.22</c:v>
                </c:pt>
                <c:pt idx="4">
                  <c:v>0.15</c:v>
                </c:pt>
                <c:pt idx="5">
                  <c:v>0.12</c:v>
                </c:pt>
                <c:pt idx="6">
                  <c:v>0.1</c:v>
                </c:pt>
                <c:pt idx="7">
                  <c:v>0.085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activation (linear)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numRef>
              <c:f>Sheet1!$A$2:$A$9</c:f>
              <c:numCache>
                <c:formatCode>General</c:formatCode>
                <c:ptCount val="8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100</c:v>
                </c:pt>
                <c:pt idx="4">
                  <c:v>150</c:v>
                </c:pt>
                <c:pt idx="5">
                  <c:v>200</c:v>
                </c:pt>
                <c:pt idx="6">
                  <c:v>250</c:v>
                </c:pt>
                <c:pt idx="7">
                  <c:v>300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0.693</c:v>
                </c:pt>
                <c:pt idx="1">
                  <c:v>0.693</c:v>
                </c:pt>
                <c:pt idx="2">
                  <c:v>0.693</c:v>
                </c:pt>
                <c:pt idx="3">
                  <c:v>0.693</c:v>
                </c:pt>
                <c:pt idx="4">
                  <c:v>0.693</c:v>
                </c:pt>
                <c:pt idx="5">
                  <c:v>0.693</c:v>
                </c:pt>
                <c:pt idx="6">
                  <c:v>0.693</c:v>
                </c:pt>
                <c:pt idx="7">
                  <c:v>0.693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Training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2-8-2</c:v>
                </c:pt>
                <c:pt idx="1">
                  <c:v>2-32-2</c:v>
                </c:pt>
                <c:pt idx="2">
                  <c:v>2-64-2</c:v>
                </c:pt>
                <c:pt idx="3">
                  <c:v>2-128-2</c:v>
                </c:pt>
                <c:pt idx="4">
                  <c:v>2-64-64-2</c:v>
                </c:pt>
                <c:pt idx="5">
                  <c:v>2-256-256-2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0.981</c:v>
                </c:pt>
                <c:pt idx="1">
                  <c:v>0.999</c:v>
                </c:pt>
                <c:pt idx="2">
                  <c:v>0.999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Sheet1!$A$2:$A$7</c:f>
              <c:strCache>
                <c:ptCount val="6"/>
                <c:pt idx="0">
                  <c:v>2-8-2</c:v>
                </c:pt>
                <c:pt idx="1">
                  <c:v>2-32-2</c:v>
                </c:pt>
                <c:pt idx="2">
                  <c:v>2-64-2</c:v>
                </c:pt>
                <c:pt idx="3">
                  <c:v>2-128-2</c:v>
                </c:pt>
                <c:pt idx="4">
                  <c:v>2-64-64-2</c:v>
                </c:pt>
                <c:pt idx="5">
                  <c:v>2-256-256-2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</c:v>
                </c:pt>
                <c:pt idx="1">
                  <c:v>0.987</c:v>
                </c:pt>
                <c:pt idx="2">
                  <c:v>0.99</c:v>
                </c:pt>
                <c:pt idx="3">
                  <c:v>0.99</c:v>
                </c:pt>
                <c:pt idx="4">
                  <c:v>0.987</c:v>
                </c:pt>
                <c:pt idx="5">
                  <c:v>0.987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Configuration (capacity grows to the right)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Neural Networks and Modelling with nn.Module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From a perceptron to a well-built MLP: non-linearity, nn.Module, and controlled comparisons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4 · CU(4) · Perceptron &amp; MLP · activations · nn.Module &amp; layers · initialisation · width/depth ablations · Module 1 wrap-up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0848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6288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W1-4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30884" y="5295600"/>
            <a:ext cx="2862726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3684" y="5364000"/>
            <a:ext cx="2517126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811" y="5295600"/>
            <a:ext cx="324442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9611" y="5364000"/>
            <a:ext cx="289882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nn.Module · ReLU · Dropout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84435" y="5295600"/>
            <a:ext cx="190848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7235" y="5364000"/>
            <a:ext cx="156288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First: where does non-linearity come from? Then: how do we build a network properly? Finally: how big and how deep should it be - decided by controlled experiments.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From a Perceptron to an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Perceptron to 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What one neuron does · the job of a hidden layer · the forward pass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Activations and Non-linearity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Activations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sigmoid / tanh / ReLU / LeakyReLU · what happens without them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Modelling with nn.Module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nn.Module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Layers in __init__ · data flow in forward · layers and init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Width, Depth and Capacity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Width &amp; Depth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Ablation table · parameters vs accuracy · fitness beats size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Experiment 3 and the Milestone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Build an MLP · with/without activation · width &amp; depth · milestone delivery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From a Perceptron to an MLP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Perceptron to MLP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One neuron can only draw a straight line. Stack neurons into layers and add non-linearity between them, and the network finally gains the ability to bend.
After this part you can trace by hand how data moves through an MLP.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One Neuron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Linear + threshold =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Hidden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Transform features, then decide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Forward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Matrix multiply + activation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Generations: From One Line to a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The Perceptron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neuron, one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neuron = a linear model plus a threshold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It draws one straight line: AND / OR are solvable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Linearly inseparable problems (e.g. XOR) are not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The MLP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hidden layers 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Hidden layers transform features; the output layer decides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same data becomes separable in a new space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Fully connected layers: stacked nn.Linear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Modern Deep Nets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depth, not extreme width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Dozens to hundreds of layers: depth, not extreme width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Still stacked MLPs, plus architecture and tricks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week: get the smallest MLP written correctly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Single-Layer Perceptron vs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Single Layer (Linear)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One linear layer only: y = σ(w·x + b)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decision boundary is one line (a hyperplane in high dimensions)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Handles linearly separable data only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Fewest parameters, fastest to train, least prone to overfitting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Example: AND / OR solvable; make_circles stalls at 0.47 (chance level)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Multi-Layer (Non-linear)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Hidden layer + activation: h = ReLU(W1 x + b1)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decision boundary can bend (piecewise-linear)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non-linear activation changes expressive power qualitatively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More parameters: needs more data and regularisation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Example: make_circles rises from 0.47 to 0.98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point is not "more layers" but "non-linearity between layers". Without an activation, any number of layers is still the linear model in the other column.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Forward Pass: How Data Moves Through the 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x : (N,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batch of N samples,
each with 2 features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Linear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z1 = x @ W1.T + b1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2-d -&gt; 8-d: lift features
into a new space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Activate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 = ReLU(z1)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Element-wise non-linearity;
shape unchanged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Linear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z2 = h @ W2.T + b2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8-d -&gt; 2 logits:
that is the output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Loss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CrossEntropyLoss(z2, 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Softmax is inside the loss -
do not add it again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forward pass is no magic: matrix multiplies plus element-wise activation, repeated. Remove step 3 and the whole network collapses into one big matrix multiply - the core of this week's experiment.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Reading a Network's Size: Shapes and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Example: 2-d input -&gt; 4 hidden units -&gt; 2 classes, batch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11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2808000"/>
                <a:gridCol w="1655999"/>
                <a:gridCol w="3607200"/>
              </a:tblGrid>
              <a:tr h="50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Component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Weight shape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Params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Note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Input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 samples, 2 features 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nn.Linear(2, 4)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(4, 2), b (4,)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2-d -&gt; 4-d: params = 2x4 + 4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nn.ReLU()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Element-wise: same shape, zero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nn.Linear(4, 2)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(2, 4), b (2,)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4-d -&gt; 2 logits: 4x2 + 2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Forward = two matrix multiplies + one activation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Remember the reading rule: nn.Linear(in, out) always costs in x out + out parameters. From Week 4 on, the first thing you do with any network is count its parameters.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Activations and Non-linearity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Activation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Activations are the only source of non-linearity in a network. Remove them and, no matter how many layers you stack, the network degenerates into a linear model.
In this part we run a live "remove the activation" experiment so you discover that conclusion yourself.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Why Needed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Without it, linear again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The Family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sigmoid / tanh / ReLU / LeakyReLU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Controlled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Change one variable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Activation Family: Four Members, Four Trade-offs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94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Sigmoid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squash to (0,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σ(z) = 1 / (1 + e^(-z))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Range (0,1): readable as a probability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Derivative peaks at 0.25; gradients decay quickly when deep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Now used mainly at the output for a binary probability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9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zero-centred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tanh(z) = (e^z - e^(-z)) / (e^z + e^(-z))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Range (-1,1), zero-centred, trains better than sigmoid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Still saturates: vanishing gradients are not solved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Seen in early RNNs and some Transformer variants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456000"/>
            <a:ext cx="5188859" cy="194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456000"/>
            <a:ext cx="32400" cy="19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modern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ReLU(z) = max(0, z)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Gradient is 1 on the positive side and it is the cheapest to compute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Zero on the negative side: some units can die out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default hidden-layer choice unless you have a reason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456000"/>
            <a:ext cx="5188859" cy="194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456000"/>
            <a:ext cx="32400" cy="19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LeakyReLU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fix the dead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LeakyReLU(z) = max(0.01z, z)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 small negative slope keeps units from dying completely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cost is one more hyper-parameter, with not always a clear gain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first fallback when ReLU clearly fails to converge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Activations Compared: Range, Gradient, Usage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91199" cy="3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015999"/>
                <a:gridCol w="3384000"/>
                <a:gridCol w="3247200"/>
              </a:tblGrid>
              <a:tr h="619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Function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Range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Gradient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to Use It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Sigmoid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(0, 1)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Max 0.25, decays extremely fast when deep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Output layer for a binary probability; avoid in hidden layers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Tanh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(-1, 1)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Max 1.0, still saturates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When you need a zero-centred output; still not for deep nets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[0, +inf)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Exactly 1 on the positive side, no decay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Default for hidden layers; pair with kaiming 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LeakyReLU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(-inf, +inf)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Slope 0.01 on the negative side: units stay alive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The fallback when ReLU leaves many units inactive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9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lab asks you to change only the hidden activation and nothing else - one variable at a time is what makes a conclusion stand.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Live Experiment: What Happens Without an Activation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Same data (make_circles, noise=0.1 / factor=0.5), same seed, same split; the only change is whether the hidden layer has a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Green: the loss falls to 0.07 - the network really learned a curved boundary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Red: it stays at 0.693 = ln2 forever - the same as guessing between two classes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Reason: two Linear layers with no non-linearity are equivalent to a single linear model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conclusion does not come from a derivation - it comes from the curve you ran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Live Experiment: Comment Out nn.ReLU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One network, one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torch,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MLP(nn.Module):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__init__(self, use_relu=True):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self.fc1 = nn.Linear(2, 8)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self.fc2 = nn.Linear(8, 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if use_relu: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self.act = nn.ReLU()       # non-linear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else: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self.act = nn.Identity()   # identity only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self.fc2(self.act(self.fc1(x)))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Two runs, one flag apart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run(use_relu, seed=42):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set_seed(seed)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 = MLP(use_relu).to(device)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opt = torch.optim.Adam(        model.parameters(), lr=1e-2)    crit = nn.CrossEntropyLoss()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epoch in range(300):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opt.zero_grad()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 = crit(model(Xtr), ytr)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loss.backward()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opt.step()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accuracy(model, Xva, yva)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print("with ReLU   :", run(True))   # ~0.98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print("without ReLU:", run(False))  # ~0.47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only difference between the two runs is one boolean: accuracy falls from 0.98 to 0.47 (chance level) and the loss rises from 0.085 to 0.693 = ln2. Paste the two real outputs into your record and add a conclusion of your own. Note: the effect is only this dramatic on linearly inseparable data - the same swap on make_moons changes almost nothing (0.90 vs 0.90), so choosing the data is part of the design.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Modelling with nn.Module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Modelling with nn.Module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From this week your model is no longer loose code: it is a class you can reuse, print and save.
"Following the convention" is not formalism: build the layers in the wrong place and your parameters never train - while you think the model is learning.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Layers in __init__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Register with self or the optimiser never sees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Data Flow in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Describe the computation, do not build layers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Reusable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Printable, savable, movable to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Rules of Modelling with nn.Module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Build layers in __init__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registered, not constructed on the fly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every nn.Linear / nn.ReLU / nn.Dropout in __init__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Assign to self.xxx so it is registered in the module tree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Only then does model.parameters() contain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forward is data flow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how, not what to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forward describes how tensors are computed, step by step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Never create a new layer inside it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 not tune hyper-parameters or print inside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Be able to state the shapes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comment the tensor shapes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Write (N, 2) -&gt; (N, 8) -&gt; (N, 2) in forward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Output logits; do not attach a softmax early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When a shape breaks, check that line first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4 · Make the model inspectable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printable, savable, movable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print(model) should reveal the whole structure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Count parameters: sum(p.numel() for p in model.parameters())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Move it with one model.to(device)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Correct Form vs Two Classic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The correct form (copy this)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MLP(nn.Module):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__init__(self, in_dim=2, hidden=16,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n_class=2):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self.net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nn.Linear(in_dim, hidden),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nn.ReLU(),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nn.Dropout(0.2),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nn.Linear(hidden, n_class),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self.net(x)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# (N, 2) -&gt; (N, 16) -&gt; (N, 2) logits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Why these two never 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Mistake 1: the layer is a global variable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fc1 = nn.Linear(2, 16)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BadA(nn.Module):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fc1(x)   # not in model.parameters()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Mistake 2: creating layers inside forward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BadB(nn.Module):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layer = nn.Linear(x.shape[1], 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layer(x)  # new random params each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In mistake 1 the parameters are never updated by the optimiser - and nothing raises an error, which is what makes it dangerous. In mistake 2 every call uses fresh random parameters with nowhere to store gradients. One simple test: a layer that does not show up in print(model) does not exist.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Common Layers and Parameter Initialisation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Four common layers, and the parameter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nn.Linear(2, 16),   # 48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nn.ReLU(),          # same shape, 0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nn.Dropout(0.2),    # active in train() only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nn.Linear(16, 2),   # 34 parameters -&gt;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n = sum(p.numel() for p in model.parameters())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print(n)      # 82 = (2*16+16) + (16*2+2)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model.eval()  # switch to eval for testing: dropout 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Initialisation: default vs kaiming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nn.Linear's default init is kaiming_uniform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one apply() rewrites every submodule at once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init_weights(m):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isinstance(m, nn.Linear):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nn.init.kaiming_normal_(m.weight)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nn.init.zeros_(m.bias)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set_seed(42)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model.apply(init_weights)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Compare: default vs kaiming vs all-zero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All zeros -&gt; units stay symmetric, all learn the 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Initialisation decides where training starts: all-zero or identical initialisation keeps hidden units perfectly symmetric, so effectively only one unit learns. ReLU networks pair with kaiming initialisation as standard practice.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Model Definition Self-Check (Tick Before Submitting)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Every layer is created in __init__ and registered on self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print(model) lists every layer and its shape. A layer that never appears is a layer that never trains.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forward builds no layers and holds no hyper-parameter 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forward only describes how tensors flow from input to output, with shapes annotated.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You can compute and explain the parameter 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sum(p.numel() for p in model.parameters()) matches your hand calculation of in x out + out.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The output is logits and the loss matches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Multi-class uses CrossEntropyLoss (softmax inside); never add a manual softmax on 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Call model.eval() before testing and model.train() after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Otherwise Dropout keeps dropping units at test time: the metric is too low and changes every 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Width, Depth and Model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Width, Depth and 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 bigger architecture is not a better one. Multiply the parameters by a hundred and validation accuracy can still fall - and that is measurable, not folklore.
This part uses an ablation table to price the benefit of width and of depth.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Width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Units per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Depth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How many layers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Ablation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One variable per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Ablation Table: Config / Params / Accuracy /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Data make_circles (1000 samples, noise=0.1 / factor=0.5), 7:3 split, one random seed, Adam 1e-2 for 300 epochs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1200" cy="33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1512000"/>
                <a:gridCol w="1584000"/>
                <a:gridCol w="4759200"/>
              </a:tblGrid>
              <a:tr h="48342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Configuration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Parameters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Val. accuracy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Conclusion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2 -&gt; 2 (linear 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No hidden layer: a plain linear classifier stuck at chance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2-8-2 · no activation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 hidden layer without activation is still linear; the loss stays at 0.693 = ln2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2-8-2 · 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Identical parameter count, one non-linearity added: +51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2-64-2 · 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322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0.990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Wider still helps a little (+1 point), then saturates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2-64-64-2 · 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Deeper is not better: train accuracy reaches 1.00 but validation slips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2-256-256-2 · 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67,074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Parameters up 1500x, validation accuracy slightly worse (0.990 -&gt; 0.987)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Compare rows 2 and 3: identical parameter count (42), the only difference being the ReLU, and 51 points apart (0.473 -&gt; 0.980). Now look at the last two rows: 1500x the parameters and validation accuracy slips. This table is exactly what this week's homework asks for.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Wider and Deeper: Where the Gains Saturate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Blue: with enough capacity the training set is nearly memorised (-&gt; 1.000)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Orange: validation peaks at 2-64-2 (0.990) and never improves after that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With 1000 samples this task does not overfit yet - to see overfitting you must shrink the training set, which is exactly what W6 does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Beyond Technique: Judgement and AI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Against Formalism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fitness, not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Bigger is not better: 1500x the parameters and validation barely moves (0.990 -&gt; 0.987)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Stacking layers often just hides data and evaluation problems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Solve the problem with the smallest structure: fitness is what 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AI Gives a 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not a conclusion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You may ask AI for structural advice: depth, width, activation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But what it returns is a hypothesis to test, not a conclusion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Its advice often ignores your dataset size and memory budget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Let the Data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verify, then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Test each suggestion with one variable changed at a time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 it in the table: config / params / accuracy / conclusion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If your data falsifies an AI suggestion, that goes into the log too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Experiment 3 and the Module 1 Milestone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Lab 3 and the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80 minutes: build an MLP with nn.Module, run two controlled experiments (with/without activation; different widths and depths), and write the results as one table.
It is also the close of Module 1: problem sheet + data pipeline + model - all three due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Build It Right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nn.Module, layers in __init__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Compare Cleanly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One variable at a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Conclude with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table and what you actually saw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Four Tasks of Experiment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Build an MLP with nn.Module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make_circles (1000 samples, noise=0.1 / factor=0.5), binary, 7:3 split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Layers in __init__, data flow in forward, output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Output: a runnable model.py that prints the parameter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With/without activation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Swap nn.ReLU for nn.Identity; change nothing else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Same seed and split for both runs; record both accuracies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Output: two loss curves and the difference you observed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Width and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 least 4 configs: 2-8 / 2-64 / 2-128 / 2-64-64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 parameters and validation accuracy for each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Keep epochs, optimiser and learning rate identical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Build the table and conclude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Four columns: config / params / accuracy / conclusion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Answer: which variable mattered most, and why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Numbers without a conclusion do not count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Script: Run Every Configuration in One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config table and a parameterised build()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CONFIGS = [              # one variable at a time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("2-8-2     ReLU", [8],     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("2-8-2     none", [8],      False),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("2-64-2    ReLU", [64],    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("2-64-64-2 ReLU", [64, 64],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build(hidden, use_relu, in_dim=2, n_class=2):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layers, prev = [], in_dim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h in hidden: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layers += [nn.Linear(prev, h)]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if use_relu: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layers += [nn.ReLU()]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prev = 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layers += [nn.Linear(prev, n_class)]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nn.Sequential(*layers)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Run them all and print the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rows = []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name, hidden, use_relu in CONFIGS: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 = build(hidden, use_relu).to(device)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 = sum(p.numel()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for p in model.parameters())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acc = train_and_eval(model, seed=42)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rows.append((name, n, round(acc, 3)))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r in rows: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print(f"{r[0]:18s} {r[1]:7d} {r[2]:.3f}")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Same seed, same split: only then are runs comparable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Paste these lines straight into your report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Note that both the hidden widths and the presence of ReLU are parameters of build(): change the config and the network changes, without touching a single line of the training code. That is modularity paying off.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Experiment 3 Submission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Model code: model.py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Follows the nn.Module convention (layers in __init__, data flow in forward) and prints the parameter 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Ablation table: config / params / accuracy / conclusion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At least 4 configurations, including a with/without activation pair and width/depth variations.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reproducible command and a fixed seed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Give one command that reruns every configuration, with the seed and split stated.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log: which suggestion was falsified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State what structure the AI suggested, how you tested it, and whether the data supported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Module 1 integrated quiz (in class)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Problem sheet + data pipeline + model together form the complete Module 1 milestone.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Module 1 Milestone: Three Pieces,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Problem 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from W1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Target users, the problem, the data you have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success metric and one failure criterion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Today you must state "what I am building" in one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since W1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Data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from W3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Cleaning, splitting, Dataset/DataLoader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Leakage checked, split ratios written into the config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same script rebuilds the dataset on another machine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65680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680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since W3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Model &amp; Ablation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today, W4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An MLP defined with nn.Module and a clear forward path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Parameter count computed; the output is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ablation table justifies why this structure wins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today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Why does removing the hidden activation reduce a two-layer net to a linear model?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Because there are fewer parameters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Without non-linearity, two linear maps compose into one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Because the loss function becomes linear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Because the learning rate is too small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nn.Module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Following the nn.Module convention, where should layers be created?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In __init__, assigned to self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Inside forward, on demand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As module-level global variables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Inside the training loop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statement matches this week's experiments?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Wider and deeper always raise validation accuracy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Wider gains diminish; too deep overfits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Parameter count is the only criterion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Depth has no effect on training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Initialisation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What happens if you initialise every weight to zero?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Training is faster because the start is symmetric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Hidden units stay symmetric: effectively one unit learns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It is equivalent to the default initialisation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It only affects biases, not weights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True/False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"The AI recommended an architecture, so I can put it straight into my report."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True   □ False (its advice is only a hypothesis to test)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Short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Why must a controlled experiment change only one variable at a time?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(Answer out loud, 30 seconds: otherwise you cannot attribute the result)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Week 4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One neuron draws one line; a hidden layer transforms features so inseparability becomes separability.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forward pass is matrix multiplies plus element-wise non-linearity, repeated; remove the activation and the net is a linear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nn.Module convention: layers created in __init__ and registered on self, forward describes data flow only, output logits.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Initialisation sets the start: pair ReLU with kaiming; all-zero init keeps hidden units symmetric and they never differentiate.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Bigger is not better: 1500x the parameters can lower validation accuracy. Fitness for purpose wins.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Experiment 3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model.py + the ablation table + a reproducible command + the AI log, pushed before the lab ends.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Complete the Module 1 integrated quiz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Problem sheet + data pipeline + model form the Module 1 milestone; Module 2 starts in Week 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W4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"Activations let the network bend;
controlled experiments keep the architecture honest."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This week you deliver: one properly written nn.Module model + one ablation table you ran yourself.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W5 · Training loops and optimisation: losses, optimisers, learning rate and regularisation - training this week's model to convergence.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
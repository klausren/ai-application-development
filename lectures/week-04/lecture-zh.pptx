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有激活（ReLU）</c:v>
                </c:pt>
              </c:strCache>
            </c:strRef>
          </c:tx>
          <c:spPr>
            <a:ln w="31750">
              <a:solidFill>
                <a:srgbClr val="059669"/>
              </a:solidFill>
            </a:ln>
          </c:spPr>
          <c:cat>
            <c:numRef>
              <c:f>Sheet1!$A$2:$A$9</c:f>
              <c:numCache>
                <c:formatCode>General</c:formatCode>
                <c:ptCount val="8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  <c:pt idx="5">
                  <c:v>200</c:v>
                </c:pt>
                <c:pt idx="6">
                  <c:v>250</c:v>
                </c:pt>
                <c:pt idx="7">
                  <c:v>300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0.66</c:v>
                </c:pt>
                <c:pt idx="1">
                  <c:v>0.45</c:v>
                </c:pt>
                <c:pt idx="2">
                  <c:v>0.3</c:v>
                </c:pt>
                <c:pt idx="3">
                  <c:v>0.22</c:v>
                </c:pt>
                <c:pt idx="4">
                  <c:v>0.15</c:v>
                </c:pt>
                <c:pt idx="5">
                  <c:v>0.12</c:v>
                </c:pt>
                <c:pt idx="6">
                  <c:v>0.1</c:v>
                </c:pt>
                <c:pt idx="7">
                  <c:v>0.085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无激活（线性）</c:v>
                </c:pt>
              </c:strCache>
            </c:strRef>
          </c:tx>
          <c:spPr>
            <a:ln w="22225">
              <a:solidFill>
                <a:srgbClr val="B91C1C"/>
              </a:solidFill>
            </a:ln>
          </c:spPr>
          <c:cat>
            <c:numRef>
              <c:f>Sheet1!$A$2:$A$9</c:f>
              <c:numCache>
                <c:formatCode>General</c:formatCode>
                <c:ptCount val="8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  <c:pt idx="5">
                  <c:v>200</c:v>
                </c:pt>
                <c:pt idx="6">
                  <c:v>250</c:v>
                </c:pt>
                <c:pt idx="7">
                  <c:v>300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0.693</c:v>
                </c:pt>
                <c:pt idx="1">
                  <c:v>0.693</c:v>
                </c:pt>
                <c:pt idx="2">
                  <c:v>0.693</c:v>
                </c:pt>
                <c:pt idx="3">
                  <c:v>0.693</c:v>
                </c:pt>
                <c:pt idx="4">
                  <c:v>0.693</c:v>
                </c:pt>
                <c:pt idx="5">
                  <c:v>0.693</c:v>
                </c:pt>
                <c:pt idx="6">
                  <c:v>0.693</c:v>
                </c:pt>
                <c:pt idx="7">
                  <c:v>0.693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训练轮数 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8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训练损失 loss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训练准确率</c:v>
                </c:pt>
              </c:strCache>
            </c:strRef>
          </c:tx>
          <c:spPr>
            <a:ln w="22225">
              <a:solidFill>
                <a:srgbClr val="1E4FA8"/>
              </a:solidFill>
            </a:ln>
          </c:spPr>
          <c:cat>
            <c:strRef>
              <c:f>Sheet1!$A$2:$A$7</c:f>
              <c:strCache>
                <c:ptCount val="6"/>
                <c:pt idx="0">
                  <c:v>2-8-2</c:v>
                </c:pt>
                <c:pt idx="1">
                  <c:v>2-32-2</c:v>
                </c:pt>
                <c:pt idx="2">
                  <c:v>2-64-2</c:v>
                </c:pt>
                <c:pt idx="3">
                  <c:v>2-128-2</c:v>
                </c:pt>
                <c:pt idx="4">
                  <c:v>2-64-64-2</c:v>
                </c:pt>
                <c:pt idx="5">
                  <c:v>2-256-256-2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0.981</c:v>
                </c:pt>
                <c:pt idx="1">
                  <c:v>0.999</c:v>
                </c:pt>
                <c:pt idx="2">
                  <c:v>0.999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验证准确率</c:v>
                </c:pt>
              </c:strCache>
            </c:strRef>
          </c:tx>
          <c:spPr>
            <a:ln w="31750">
              <a:solidFill>
                <a:srgbClr val="D97706"/>
              </a:solidFill>
            </a:ln>
          </c:spPr>
          <c:cat>
            <c:strRef>
              <c:f>Sheet1!$A$2:$A$7</c:f>
              <c:strCache>
                <c:ptCount val="6"/>
                <c:pt idx="0">
                  <c:v>2-8-2</c:v>
                </c:pt>
                <c:pt idx="1">
                  <c:v>2-32-2</c:v>
                </c:pt>
                <c:pt idx="2">
                  <c:v>2-64-2</c:v>
                </c:pt>
                <c:pt idx="3">
                  <c:v>2-128-2</c:v>
                </c:pt>
                <c:pt idx="4">
                  <c:v>2-64-64-2</c:v>
                </c:pt>
                <c:pt idx="5">
                  <c:v>2-256-256-2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0.98</c:v>
                </c:pt>
                <c:pt idx="1">
                  <c:v>0.987</c:v>
                </c:pt>
                <c:pt idx="2">
                  <c:v>0.99</c:v>
                </c:pt>
                <c:pt idx="3">
                  <c:v>0.99</c:v>
                </c:pt>
                <c:pt idx="4">
                  <c:v>0.987</c:v>
                </c:pt>
                <c:pt idx="5">
                  <c:v>0.987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网络配置（从左到右容量变大）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准确率 accuracy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本科 · 来华项目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神经网络与 nn.Module 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Neural Networks and Modelling with nn.Module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4 · CU(4) · 感知机与多层网络 · 激活函数 · nn.Module 与层 · 参数初始化 · 宽度与深度对照 · 模块一收官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190848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56288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模块一 · W1–4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0884" y="5295600"/>
            <a:ext cx="2862726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3684" y="5364000"/>
            <a:ext cx="2517126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授课 + 实验 + 小测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811" y="5295600"/>
            <a:ext cx="324442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9611" y="5364000"/>
            <a:ext cx="289882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PyTorch · nn.Module · ReLU · Dropout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84435" y="5295600"/>
            <a:ext cx="190848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7235" y="5364000"/>
            <a:ext cx="156288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留学生班 · 英文授课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38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本周结构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先弄清「非线性从哪里来」，
再学会把网络写规范，
最后用对照实验决定它该有多大、多深。
Ask why it bends, then how to build it, then how big it must be.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理论约 90 min · Lab 80 min · 小测与小结 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从感知机到多层感知机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Perceptron to 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一个神经元能做什么 · 隐藏层做什么 · 前向传播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激活函数与非线性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Activations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sigmoid / tanh / ReLU / LeakyReLU · 去掉激活会怎样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nn.Module 规范建模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nn.Module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__init__ 建层 · forward 写数据流 · 常用层与初始化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宽度、深度与模型容量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Width &amp; Depth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消融对照表 · 参数量与准确率 · 适用才是最好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实验 3 与模块一里程碑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搭 MLP · 有/无激活对照 · 宽度深度对照 · 里程碑交付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从感知机到多层感知机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Perceptron to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一个神经元只能画一条直线；把神经元叠成层、层间加上非线性，网络才第一次具备了「弯曲」的能力。
这一部分之后，你要能亲手画出数据在一个 MLP 里是怎么一步步走过去的。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一个神经元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线性 + 阈值 = 一条直线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隐藏层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先做特征变换再判断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前向传播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矩阵乘法 + 非线性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三代结构：从一根线到一张网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232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23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① 感知机（1958）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one neuron, one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一个神经元 = 线性模型 + 阈值判断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能画一条直线：AND / OR 可解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线性不可分的问题（如 XOR）解不了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23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② 多层感知机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hidden layers 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隐藏层先做特征变换，输出层再做判断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同一批数据，在新空间里变得可分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层与层全连接：nn.Linear 堆叠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232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③ 现代深度网络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depth, not extreme width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几十到上百层，靠「深」而不是「极宽」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本质仍是 MLP 的堆叠，加上结构与技巧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本周先把最小的 MLP 写规范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单层感知机 vs 多层感知机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单层（线性模型）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只有一个线性层：y = σ(w·x + b)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决策边界是一条直线（高维是超平面）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只能处理线性可分的数据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参数最少、训练最快、最不容易过拟合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案例：AND / OR 可解；make_circles 只能到 0.47（随机水平）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多层（含非线性）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隐藏层 + 激活：h = ReLU(W1 x + b1)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决策边界可以弯曲（分段线性拼接）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非线性激活让表达力发生质变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参数更多，需要更多数据与正则化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案例：make_circles 从 0.47 提到 0.98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关键不是「层多」，而是「层与层之间有非线性」。少了激活函数，叠多少层都还是右边这一栏左边的那个线性模型。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前向传播：数据在网络里怎么走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6172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6172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x : (N,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一批 N 个样本，
每个 2 维特征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17544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1544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1544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8516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8516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9544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线性层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9544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z1 = x @ W1.T + b1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9544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2 维 → 8 维，
把特征升到新空间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59888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83888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3888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0860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0860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1888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激活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1888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h = ReLU(z1)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1888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逐元素非线性，
形状不变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302232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6231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6231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03203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3203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4232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线性层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4232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z2 = h @ W2.T + b2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4232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8 维 → 2 类 logits，
这就是输出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244575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68575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68575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5547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5547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6576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损失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6576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CrossEntropyLoss(z2, 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6576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softmax 已含在损失里，
不要再加一次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200" y="4302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前向传播没有魔法：矩阵乘法 + 逐元素非线性，重复两三次。把第 3 步（激活）去掉，整张网络会塌缩成一次大的矩阵乘法——这就是本周对照实验的核心。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读出一个网络的「尺寸」：形状与参数量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示例：输入 2 维 → 隐藏 4 → 输出 2 类，一批 4 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91199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808000"/>
                <a:gridCol w="1655999"/>
                <a:gridCol w="3607200"/>
              </a:tblGrid>
              <a:tr h="50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部件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权重形状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参数量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说明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输入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(4, 2)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 个样本，每个 2 维特征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nn.Linear(2, 4)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 (4, 2), b (4,)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12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 维 → 4 维：参数 = 2x4 + 4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nn.ReLU()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(4, 4)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逐元素，形状不变、零参数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nn.Linear(4, 2)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 (2, 4), b (2,)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 维 → 2 类 logits：4x2 + 2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合计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前向 = 两次矩阵乘法 + 一次非线性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320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记住这个读法：nn.Linear(in, out) 的参数量永远是 in x out + out。W4 之后你评估任何一个网络，第一件事就是算它有多少参数。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激活函数与非线性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Activation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激活函数是整个网络「非线性能力」的唯一来源。去掉它，无论叠多少层，网络都退化为一个线性模型。
这一部分我们要现场做一次「去掉激活函数」的对照实验，让你自己发现这个结论。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为什么需要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没有它就退化为线性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四大家族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sigmoid / tanh / ReLU / LeakyReLU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对照实验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只改一个变量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激活函数家族：四个成员，四种取舍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1944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944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Sigmoid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squash to (0,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σ(z) = 1 / (1 + e^(-z))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输出 (0,1)，可以当概率来读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导数最大只有 0.25，深层里梯度迅速衰减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现在只在输出层做二分类概率时用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194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Tanh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zero-centred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tanh(z) = (e^z - e^(-z)) / (e^z + e^(-z))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输出 (-1,1)，以 0 为中心，比 sigmoid 好训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仍然会饱和，梯度消失并没有被解决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常见于早期 RNN 与部分 Transformer 变体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456000"/>
            <a:ext cx="5188859" cy="194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456000"/>
            <a:ext cx="32400" cy="194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ReLU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modern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ReLU(z) = max(0, z)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正区间梯度恒为 1，计算最便宜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负区间输出 0：可能出现「神经元死亡」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隐藏层默认选项——除非有理由换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456000"/>
            <a:ext cx="5188859" cy="1944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456000"/>
            <a:ext cx="32400" cy="194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LeakyReLU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fix the dead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LeakyReLU(z) = max(0.01z, z)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负区间留一点斜率，神经元不会彻底死掉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代价是多一个超参数，收益并不总是明显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当 ReLU 明显不收敛时的第一备选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四种激活对比：范围、梯度、用法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91199" cy="3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000"/>
                <a:gridCol w="2015999"/>
                <a:gridCol w="3384000"/>
                <a:gridCol w="3247200"/>
              </a:tblGrid>
              <a:tr h="619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函数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输出范围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梯度特性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推荐用法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Sigmoid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(0, 1)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最大 0.25，深层衰减极快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输出层二分类概率；隐藏层避免使用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Tanh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(-1, 1)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最大 1.0，仍然会饱和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需要零中心输出时用；深层仍不推荐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[0, +inf)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正区间恒为 1，不衰减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隐藏层默认选择；配 kaiming 初始化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LeakyReLU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(-inf, +inf)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负区间有小斜率 0.01，不死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ReLU 大量神经元不激活时的备选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4392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本周实验只要求你换隐藏层的激活函数，其他一律不动——一次只改一个变量，结论才站得住。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现场对照实验：去掉激活函数会怎样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同一份数据（make_circles，noise=0.1 / factor=0.5）、同一种子、同一划分，只改「隐藏层是否有 ReLU」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29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15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绿线：损失一路下降到 0.085，网络真的学到了弯曲的边界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红线：无论训练多久都卡在 0.693 = ln2，等于在两类之间瞎猜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原因：两层 Linear 中间没有非线性，整张网络等价于一个线性模型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结论不靠推导，靠你自己跑出来的这条曲线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现场对照实验：把 nn.ReLU 注释掉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一个开关的网络定义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torch, torch.nn as nn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class MLP(nn.Module):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__init__(self, use_relu=True):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super().__init__()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self.fc1 = nn.Linear(2, 8)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self.fc2 = nn.Linear(8, 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if use_relu: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self.act = nn.ReLU()       # 非线性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else: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self.act = nn.Identity()   # 只是恒等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forward(self, x):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return self.fc2(self.act(self.fc1(x)))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两次运行，只差一个参数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run(use_relu, seed=42):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set_seed(seed)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model = MLP(use_relu).to(device)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opt = torch.optim.Adam(        model.parameters(), lr=1e-2)    crit = nn.CrossEntropyLoss()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for epoch in range(300):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opt.zero_grad()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loss = crit(model(Xtr), ytr)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loss.backward()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opt.step()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return accuracy(model, Xva, yva)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print("with ReLU   :", run(True))   # ~0.98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print("without ReLU:", run(False))  # ~0.47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两个 run 唯一的差别就是一个布尔值：准确率从 0.98 掉到 0.47（随机水平），损失从 0.085 升到 0.693 = ln2。请把这两行真实输出贴进实验记录，再写一句自己的结论。注意：这个对照只有在「线性不可分」的数据上才这么夸张——同样改动换到 make_moons 上几乎看不出差别（0.90 vs 0.90），所以「挑对数据」本身就是实验设计的一部分。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nn.Module 规范建模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Modelling with nn.Module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从本周开始，你的模型不再是一串散装代码，而是一个可以被复用、被打印、被保存的类。
「规范」不是形式主义：写错位置，参数就不会被训练——而你还以为模型在学。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__init__ 建层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用 self 注册，才会被优化器看到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forward 写数据流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只描述怎么算，不建层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可复用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能被打印、保存、搬到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nn.Module 规范建模的四条纪律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① 层在 __init__ 里建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registered, not constructed on the fly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所有 nn.Linear / nn.ReLU / nn.Dropout 在 __init__ 创建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赋给 self.xxx 才会被注册进模块树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注册之后 model.parameters() 才拿得到它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② forward 只写数据流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how, not what to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forward 里只描述张量怎么一步步算过去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不要在里面 new 一个新层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不要在 forward 里改超参数或打印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45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45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③ 形状要说得清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comment the tensor shapes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在 forward 里写清 (N, 2) → (N, 8) → (N, 2)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输出的是 logits，别提前接 softmax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形状对不上时，先看这一行注释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45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45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④ 让模型可检查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printable, savable, movable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print(model) 应该能看出完整结构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统计参数量：sum(p.numel() for p in model.parameters())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 model.to(device) 一行搬到 GPU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规范写法 vs 两种典型错法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A · 规范写法（照这个写）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torch.nn as nn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class MLP(nn.Module):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__init__(self, in_dim=2, hidden=16,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     n_class=2):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super().__init__()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self.net = nn.Sequential(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nn.Linear(in_dim, hidden),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nn.ReLU(),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nn.Dropout(0.2),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nn.Linear(hidden, n_class),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forward(self, x):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return self.net(x)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# (N, 2) -&gt; (N, 16) -&gt; (N, 2) logits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B · 为什么这两种写法训练不动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错法 1：层是全局变量，不属于模型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fc1 = nn.Linear(2, 16)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class BadA(nn.Module):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forward(self, x):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return fc1(x)   # 参数不在 model 里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错法 2：在 forward 里新建层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class BadB(nn.Module):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forward(self, x):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layer = nn.Linear(x.shape[1], 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return layer(x)  # 每次调用都是新参数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错法 1 的参数永远不会被优化器更新（而且不报错，最危险）；错法 2 每步都在用随机新参数，梯度无处可存。判据很简单：print(model) 里看不到的层，就等于没建。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常用层与参数初始化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四个常用层与参数量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torch.nn as nn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model = nn.Sequential(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nn.Linear(2, 16),   # 48 个参数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nn.ReLU(),          # 形状不变，0 参数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nn.Dropout(0.2),    # 只在 train() 生效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nn.Linear(16, 2),   # 34 个参数 -&gt; logits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n = sum(p.numel() for p in model.parameters())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print(n)      # 82 = (2*16+16) + (16*2+2)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model.eval()  # 评估前切到 eval：关掉 dropout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参数初始化：默认 vs kaiming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nn.Linear 的默认初始化：kaiming_uniform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一行 apply 就能改成你要的初始化方式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init_weights(m):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if isinstance(m, nn.Linear):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nn.init.kaiming_normal_(m.weight)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nn.init.zeros_(m.bias)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set_seed(42)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model.apply(init_weights)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对照：默认 vs kaiming vs 全零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全零 -&gt; 隐藏单元完全对称，学出一模一样的东西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初始化决定训练从哪里出发：全零/全同初始化会让隐藏层神经元始终对称，等于只有一个神经元在学。ReLU 网络配 kaiming 初始化是标准搭配。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模型定义自检清单（交作业前逐条打勾）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所有层都在 __init__ 里创建并用 self 注册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print(model) 能完整列出每一层及其形状；如果某个层不出现，它就不会被训练。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forward 里没有新建层、没有超参数逻辑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forward 只描述张量如何从输入流到输出，并把形状注释写在旁边。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参数量算得出来并能解释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sum(p.numel() for p in model.parameters()) 与手工按 in x out + out 推算一致。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输出是 logits，损失函数与之匹配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多分类用 CrossEntropyLoss（内含 softmax），不要再手工加一次 softmax。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评估前调用 model.eval()，回到训练前用 model.train()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否则 Dropout 在评估时仍然随机丢弃，指标会虚低且每次不同。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宽度、深度与模型容量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Width, Depth and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结构不是越复杂越好。参数涨 100 倍，验证准确率可能反而下降——这不是玄学，是可以量出来的。
这一部分我们用一个消融对照表，把「宽度」和「深度」各自的收益算清楚。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宽度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每层多少个神经元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深度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堆多少层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消融对照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一次只改一个变量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消融对照表：配置 / 参数量 / 准确率 / 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数据 make_circles（1000 样本，noise=0.1 / factor=0.5），7:3 划分，同一随机种子，Adam 1e-2 训练 300 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91200" cy="33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1512000"/>
                <a:gridCol w="1584000"/>
                <a:gridCol w="4759200"/>
              </a:tblGrid>
              <a:tr h="48342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配置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参数量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验证准确率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结论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 → 2（线性基线）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没有隐藏层：就是一个线性分类器，卡在随机水平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2-8-2 · 无激活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0.473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有隐藏层但无激活：仍等价于线性模型，损失恒为 0.693 = ln2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2-8-2 · 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参数完全相同，只加了一个非线性：+51 个百分点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2-64-2 · ReLU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322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0.990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加宽仍有小幅收益（+1 个百分点），随后饱和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2-64-64-2 · 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加深没有更好：训练准确率已达 1.00，验证准确率反而略降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43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2-256-256-2 · ReLU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67,074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0.987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参数暴涨 1500 倍，验证准确率反而略降（0.990 → 0.987）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680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看第 2、3 行：参数量完全相同（42），唯一的差别是有没有 ReLU，准确率差 51 个百分点（0.473 → 0.980）。再看最后两行：参数涨了 1500 倍，验证准确率反而略降——这张表就是本周作业要交的东西。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加宽与加深：收益在哪里饱和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29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99200" y="115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蓝线：容量一大，训练集几乎被完全记住（→ 1.000）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橙线：验证准确率在 2-64-2 就见顶（0.990），之后再没涨过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本任务有 1000 个样本，还没有过拟合——想看过拟合，要把训练集缩小（W6 专门做这件事）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技术之外：结构选择里的思政与 AI 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232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232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反对形式主义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fitness, not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结构不是越复杂越好：参数涨 1500 倍，验证准确率几乎不动（0.990 → 0.987）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堆层数、堆参数量往往只是在掩盖数据与评估问题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用最小的结构解决问题，适用才是最好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23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AI 给的是假设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not a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可以让 AI 给结构建议：层数、宽度、激活怎么选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但它给的是待验证的假设，不是结论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它的建议常常忽略你的数据规模与显存预算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232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232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用数据说话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verify, then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每个建议都做一次对照实验，一次只改一个变量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结论写进对照表：配置 / 参数量 / 准确率 / 结论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AI 哪条建议被你的数据证伪了，也要写进协同记录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实验 3 与模块一里程碑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Lab 3 and the 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80 分钟：用一个 nn.Module 搭出 MLP，做两组对照实验（有/无激活、不同宽度与深度），把结果写成一张表。
这也是模块一的收官：问题定义单 + 数据管道 + 模型，三件事今天要凑齐。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搭得规范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nn.Module，层在 __init__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对照得干净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一次只改一个变量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结论有数据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对照表 + 真实现象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3 的四个任务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 · 用 nn.Module 搭 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数据 make_circles（1000 样本，noise=0.1 / factor=0.5），二分类，7:3 划分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层写在 __init__，数据流写在 forward，输出 logits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产出：可运行的 model.py + 参数量打印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 · 有/无激活对照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把 nn.ReLU 换成 nn.Identity，其余全部不动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同一随机种子、同一划分各跑一次，记录准确率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产出：两张损失曲线 + 你观察到的差异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384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384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571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 · 宽度与深度对照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3801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003200"/>
            <a:ext cx="4742459" cy="110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至少 4 种配置：2-8 / 2-64 / 2-128 / 2-64-64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每个配置记录参数量与验证准确率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训练轮数、优化器、学习率保持一致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384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384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3571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 · 形成对照表并写结论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3801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003200"/>
            <a:ext cx="4742459" cy="110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四列：配置 / 参数量 / 准确率 / 结论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回答：哪个变量影响最大，为什么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禁止只贴数字不写结论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实验脚本：一次跑完全部对照配置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配置表与参数化的 build()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CONFIGS = [              # 一次只改一个变量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("2-8-2     ReLU", [8],      True),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("2-8-2     none", [8],      False),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("2-64-2    ReLU", [64],     True),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("2-64-64-2 ReLU", [64, 64], True),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build(hidden, use_relu, in_dim=2, n_class=2):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layers, prev = [], in_dim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for h in hidden: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layers += [nn.Linear(prev, h)]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if use_relu: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layers += [nn.ReLU()]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prev = h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layers += [nn.Linear(prev, n_class)]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return nn.Sequential(*layers)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跑完全部配置并打印对照表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rows = []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for name, hidden, use_relu in CONFIGS: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model = build(hidden, use_relu).to(device)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 = sum(p.numel()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for p in model.parameters())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acc = train_and_eval(model, seed=42)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rows.append((name, n, round(acc, 3)))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for r in rows: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print(f"{r[0]:18s} {r[1]:7d} {r[2]:.3f}")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同一随机种子、同一划分，结果才可以对照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把这几行输出直接贴进报告的对照表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注意 build() 里隐藏层的宽度和有没有 ReLU 都是参数——配置一变，网络就变，但训练代码一行都不用改。这是「模块化」最直接的好处。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3 提交清单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模型代码 model.py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符合 nn.Module 规范（层在 __init__、数据流在 forward），且能打印参数量。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对照表：配置 / 参数量 / 准确率 / 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至少 4 种配置，其中必须包含「有/无激活」与「不同宽度、不同深度」两组。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可复现命令与随机种子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报告里给出能一次跑完全部配置的一条命令，并说明种子与划分方式。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AI 协同记录：哪条建议被证伪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写清 AI 建议了哪种结构、你怎么验证的、结果支持还是推翻了它。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模块一综合小测（当堂完成）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问题定义单 + 数据管道 + 模型三部分齐全，构成模块一里程碑的完整交付。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模块一里程碑：三件事凑齐一套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23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① 问题定义单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from W1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目标用户、要解决的问题、可用数据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成功指标与失败判据各写一条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今天要能一句话说清「我在做什么」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2439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439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W1 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387239" cy="2232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2440" y="1296000"/>
            <a:ext cx="32400" cy="2232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② 数据管道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from W3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563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清洗、划分与 Dataset/DataLoader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做过泄漏自检，划分比例写进配置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换台机器用同一份脚本能重建数据集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5680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680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W3 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5679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5679" y="1296000"/>
            <a:ext cx="32400" cy="2232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③ 模型与对照实验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today, W4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887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nn.Module 定义的 MLP，前向路径清楚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参数量算得出来，输出是 logits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对照表说明「为什么是这个结构」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68919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68919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今天交付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随堂小测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34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5200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为什么把隐藏层的激活函数去掉后，两层网络退化为线性模型？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908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因为参数变少了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因为没有非线性，两次线性变换可合并为一次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因为损失函数变成了线性的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因为学习率太小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59" y="1134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建模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1059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按照 nn.Module 规范，网络层应该在哪里创建？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59" y="1908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在 __init__ 中创建并赋给 self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在 forward 中按需创建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作为模块级全局变量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在训练循环里创建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2928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7200" y="3089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313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容量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5200" y="3089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关于宽度与深度，下列哪一句与本次实验一致？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200" y="3702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越宽越深，验证准确率一定越高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加宽收益边际递减，过深会过拟合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参数量是选择结构的唯一标准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深度对训练时间没有影响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59" y="2928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3059" y="3089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3059" y="313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初始化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059" y="3089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把所有权重都初始化为 0，会发生什么？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59" y="3702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训练更快，因为起点对称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隐藏单元始终对称，等于只有一个单元在学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和默认初始化等价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只影响 bias，不影响 weight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200" y="4722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7200" y="4884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00" y="493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判断题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5200" y="4884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「AI 推荐了一个网络结构，可以直接照它写进报告。」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200" y="5496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□ 对   □ 错（它的建议只是待验证的假设）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5059" y="4722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93059" y="4884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3059" y="493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简答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1059" y="4884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为什么对照实验要求「一次只改一个变量」？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3059" y="5496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（口头回答，30 秒内：否则无法把结果归因到某个变量）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本周小结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模块一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一个神经元只画一条直线；隐藏层做特征变换，让线性不可分的问题变得可分。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前向传播 = 矩阵乘法 + 逐元素非线性，重复若干次；去掉激活，网络退化为一个线性模型。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nn.Module 规范：层在 __init__ 创建并用 self 注册，forward 只描述数据流，输出 logits。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初始化决定起点：ReLU 配 kaiming，全零初始化会让隐藏层永远对称、学不出差异。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结构不是越复杂越好：参数涨 1500 倍可能换来验证准确率下降，适用才是最好。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课后待办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提交实验 3 材料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model.py + 对照表（配置/参数量/准确率/结论）+ 可复现命令 + AI 协同记录，下课前 push。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完成模块一综合小测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问题定义单 + 数据管道 + 模型三部分，构成模块一里程碑；W5 起进入模块二。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「让网络能弯曲的是激活函数，
让结构站得住的是对照实验。」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本周交付：一个规范的 nn.Module 模型 + 一张自己跑出来的消融对照表。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W5 · 训练循环与优化：损失函数、优化器、学习率与正则化 —— 把本周的模型真正训到收敛。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 Lecture · 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
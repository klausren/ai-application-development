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数据准备与管道构建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Data Preparation and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3 · 数据获取与清洗 · 训练/验证/测试划分 · 数据泄漏 · Dataset 与 DataLoader · 增强与类别不平衡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模块一 · W1–4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4875" y="5295600"/>
            <a:ext cx="280871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7675" y="5364000"/>
            <a:ext cx="246311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6788" y="5295600"/>
            <a:ext cx="337045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588" y="5364000"/>
            <a:ext cx="302485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PyTorch · Dataset · DataLoader · torchvision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0444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3244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先把「数据决定上限」说清楚，
再把六步管道变成可运行的代码。
Data sets the ceiling; the pipeline gets you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80 min · 小测与小结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数据决定上限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总纲 · 六步管道 · 以数据为中心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数据获取与清洗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Acquisition &amp;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缺失/异常/重复/标签噪声 · AI 辅助探索与核对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划分与数据泄漏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Splitting &amp;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70/15/15 · 随机/分层/时间/分组 · 泄漏识别与规避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Dataset 与 DataLoader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两个契约 · 批处理与打乱 · 数据增强 · 类别不平衡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2 数据管道与数据卡片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探索 → 划分 → Dataset/DataLoader → 增强 → 数据卡片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数据决定上限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 Sets the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模型再强，也无法凭空造出数据里没有的信息。
这一部分先立下本周的总纲：数据决定上限，模型只是逼近上限。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信息量与标注质量决定误差下界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逼近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换模型只是逼近得更紧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可信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划分与泄漏决定数字真假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一句话总纲：数据决定上限，模型逼近上限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工程经验：项目卡住时，先回头看数据——多数情况下瓶颈在数据，而不在模型结构。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数据决定上限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数据覆盖了多少情况、标注有多准，决定了误差能低到哪里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上限低，换任何模型都救不回来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模型只是逼近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换模型、调超参，是在逼近同一个上限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所以：先修数据，再换模型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2088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208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评估决定你是否知道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32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划分错了、泄漏了，你看到的指标就是假的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本周后两个目标都服务于「看见真实水平」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数据管道六步：从原始数据到批次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810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810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原始数据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多来源、多格式、
尚未定义好坏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4281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6820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6820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430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6430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820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清洗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4820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4820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缺失、异常、重复、
标签噪声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0440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443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443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404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404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43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划分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243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243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train/val/test，
固定种子，策略有据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7805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0205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0205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166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166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005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005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Dataset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005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__len__ 与 __getitem__，
样本级访问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4567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967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967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928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928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767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DataLoader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767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Loader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767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批处理、打乱、
并行加载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313299" y="2998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37299" y="2268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37299" y="2268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6909" y="2466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6909" y="2548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5299" y="3006000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批次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5299" y="3232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Batches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5299" y="3420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训练循环真正
看到的东西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200" y="426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顺序不可交换：划分必须发生在任何「会学习」的步骤之前——标准化、填补、特征选择、增强都算。这是本周最重要的一句话。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以模型为中心 vs 以数据为中心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345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以模型为中心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25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数据随手处理，直接喂给模型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主要手段是换模型、调超参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提升越来越小，且无法解释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指标无法复现，也说不清为什么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以数据为中心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25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先诊断质量，明确来源与合规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划分有依据、有种子、可复现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同一个模型，指标更稳更高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错误能归因到具体的数据问题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480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两条路线不是对立的：先做数据，再谈模型。顺序反过来，你连「模型到底好不好」都判断不了。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数据获取与清洗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Acquisition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清洗不是「把数据弄得好看」，而是把已知的问题变成可核查的记录。
这一部分讲四类常见问题，以及如何用 AI 生成探索代码又不被它带偏。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来源合规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授权与隐私是底线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质量诊断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先量化，再决定动作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清洗留痕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处理前后要能对照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四类常见数据问题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发现问题只是第一步：每个处理动作都要写清判据，并留下处理前后的对照。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缺失值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先看缺失率排行，再看缺失是否与标签相关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填补统计量（中位数/众数）只能来自训练集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05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异常值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259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1/99 分位或 IQR 判定，而不是「看起来奇怪」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可以截断、变换，也可以保留并加标记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400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重复与不一致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duplicates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00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主键去重、单位统一、类别编码统一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重复样本跨集合 = 直接的数据泄漏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059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05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7259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标签噪声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7259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交叉核对、标注一致性检查、抽样人工复核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噪声比例高时，再多的数据也救不回来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清洗动作与判据对照表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2232000"/>
                <a:gridCol w="3024000"/>
                <a:gridCol w="3816000"/>
              </a:tblGrid>
              <a:tr h="468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问题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怎么发现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处理动作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风险与注意事项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缺失值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df.isna().mean() 排序；缺失与标签的交叉统计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删除、中位数/众数填补、模型填补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填补统计量若用了全量数据，就是泄漏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异常值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分位数、箱线图、IQR 规则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截断、对数变换，或保留并加标记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异常值可能正是你要预测的目标，别默认删掉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重复与不一致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主键计数、单位/编码取值集合检查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去重、统一单位与类别编码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同一实体跨训练与测试 = 泄漏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标签噪声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一致性告警、模型高置信错例、人工抽样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重标、剔除，或使用鲁棒损失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先量化噪声比例，再决定是否清洗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363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表格里最后列才是重点：动作谁都会做，知道「这个动作会把什么搞坏」才是工程能力。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辅助数据探索：生成代码，自己核对结论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6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6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4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① 让 AI 生成探索代码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74000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pandas as pd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df = pd.read_csv("data/raw/defects.csv")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print("shape:", df.shape)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print(df["label"].value_counts())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print(df["label"].value_counts(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normalize=True).round(3))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print(df.isna().mean().sort_values(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ascending=False).head(5))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print(df.describe().T[["mean", "std",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"min", "max"]].round(2))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 常在这里给出「看似合理」的结论：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「类别分布均衡，可以直接训练。」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6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6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4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② 用断言与图复核每一条结论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74000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AI：「各类别分布均衡，可直接训练。」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share = df["label"].value_counts(normalize=True)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assert share.min() &gt; 0.20, "最小类别占比过低"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AI：「没有缺失值。」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assert df.isna().sum().sum() == 0, "有缺失值"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AI：「特征与标签强相关，模型会很准。」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-&gt; 画图 + 独立复算相关系数，不许只看文字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df.groupby("label")["size"].mean().plot(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kind="bar")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每条结论都要能被一行断言或一张图复现；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校验失败 -&gt; 记入 AI_USE.md，写明修正结论。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0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关键要求：AI 给的统计结论与你的可视化方向不一致时，以你自己跑出来的为准，并把这次分歧写进协同记录。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赋能：结论必须被核对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可以帮你写代码，但不能替你判断：数字与可视化必须互相印证。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314000"/>
            <a:ext cx="3387239" cy="23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314000"/>
            <a:ext cx="32400" cy="230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AI 常犯的「看似合理」错误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不平衡数据下用 accuracy 下结论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把「缺失率为 0」当成「数据干净」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编造并不存在的列名与文件路径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把样本数说成特征数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314000"/>
            <a:ext cx="3387239" cy="23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314000"/>
            <a:ext cx="32400" cy="230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你要做的核对动作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每条统计结论配一行断言或一张图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pandas 独立复算关键数字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结论与可视化不一致时，以自己跑的为准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不平衡时改用 per-class 指标再下结论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314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314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50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必须留下的痕迹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31599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33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AI_USE.md：提问、AI 原话、你发现的问题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写明你改了哪一行、为什么改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计入形成性考核的评价项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划分与数据泄漏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Splitting &amp; Data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划分是本周最重要的一步：它决定了你后面看到的所有数字是否可信。
这一部分先讲比例与策略，再讲泄漏的四种常见形态。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比例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70/15/15 与它的变形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随机 · 分层 · 时间 · 分组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泄漏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识别与规避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训练 / 验证 / 测试：各自只做一件事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015999"/>
            <a:ext cx="7372404" cy="111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200" y="2214000"/>
            <a:ext cx="7372404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训练集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2527200"/>
            <a:ext cx="737240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200" y="3330000"/>
            <a:ext cx="7055604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拟合参数与统计量。标准化、填补、特征选择、数据增强都只在这里做。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4804" y="2015999"/>
            <a:ext cx="1545857" cy="111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804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验证集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804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804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用来选模型与调超参。它会被反复看，所以不能当最终成绩。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3862" y="2015999"/>
            <a:ext cx="1545857" cy="111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3862" y="2214000"/>
            <a:ext cx="1545857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Source Han Sans SC"/>
              </a:rPr>
              <a:t>测试集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3862" y="2527200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3862" y="3330000"/>
            <a:ext cx="1229057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只在最后报告一次。一旦参与调参，它就已经变成了验证集。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4392000"/>
            <a:ext cx="1059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E3F8C"/>
                </a:solidFill>
                <a:latin typeface="Source Han Sans SC"/>
              </a:rPr>
              <a:t>两条常见变形：数据量小（不足 1 万条）时用 5 折交叉验证代替固定验证集；类别不平衡时优先分层划分，保证每个集合的类别比例接近总体。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四种划分策略：按数据性质选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没有万能划分：先问「样本是否独立、是否有时序、是否同一实体」，再选策略。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随机划分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i.i.d.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适用：样本相互独立、无时序、无重复实体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torch.Generator 固定种子，保证可复现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405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分层划分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imbalanced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259" y="1915200"/>
            <a:ext cx="474245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适用：类别不平衡，尤其少数类样本很少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保证每个集合的类别比例接近总体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400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时间划分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400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适用：时序、流式、有明显先后关系的数据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用过去训练、用未来测试；随机打乱会「看到未来」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059" y="3311999"/>
            <a:ext cx="518885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05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7259" y="3499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分组划分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3729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repeated 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7259" y="3931200"/>
            <a:ext cx="474245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适用：同一用户/设备/病人有多条记录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同一实体只能出现在一个集合里，否则就是泄漏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数据泄漏：一个错误示范与一个正确示范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5185259" cy="3924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错误：测试集被当成训练集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4789259" cy="33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DataLoader, random_split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ConcatDataset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划分之后又把测试集并回训练集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train_ds, test_ds = random_split(ds, [0.8, 0.2])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leaked = ConcatDataset([train_ds, test_ds])  # 泄漏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loader = DataLoader(leaked, batch_size=32,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shuffle=True)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model = nn.Linear(n_feat, n_class)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opt = torch.optim.Adam(model.parameters(), lr=1e-3)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_ in range(20):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for xb, yb in loader: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loss = nn.functional.cross_entropy(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model(xb), yb)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opt.zero_grad(); loss.backward(); opt.step()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test_ds 已被训练见过，等于自己批改自己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print(eval_acc(model, test_ds))  # 0.99 虚高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42000"/>
            <a:ext cx="5185259" cy="3924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42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28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正确：先划分，只在训练集上拟合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55999"/>
            <a:ext cx="4789259" cy="33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from torch.utils.data import DataLoader, random_split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先划分，并且种子固定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g = torch.Generator().manual_seed(42)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train_ds, val_ds, test_ds = random_split(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ds, [0.70, 0.15, 0.15], generator=g)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标准化统计量只来自训练集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 = X[train_ds.indices]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mu, sd = tr.mean(0), tr.std(0).clamp_min(1e-8)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X_norm = (X - mu) / sd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   shuffle=True)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val_loader   = DataLoader(val_ds, batch_size=64)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test_loader  = DataLoader(test_ds, batch_size=64)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测试集只报告一次，绝不参与调参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34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真实翻车案例：某团队把含测试样本的数据喂进训练，线下准确率 0.99，上线后跌到 0.78——虚高的部分不是模型学到了规律，而是它见过了考题。判断泄漏只需一句话：这个信息在推理时拿得到吗？拿不到，就不该出现在训练里。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数据泄漏自查清单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划分发生在所有「会学习」的步骤之前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标准化、填补、特征选择、增强都要在划分之后，且只作用于训练集。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统计量只来自训练集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均值、方差、分位数、词表都只能由 train 计算，再应用到 val 与 test。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同一实体不跨集合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同一用户、设备、病人、文档的多条记录必须待在同一个集合里（分组划分）。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时序数据使用时间划分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用过去预测未来；随机打乱会让模型在训练时就「看到未来」。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测试集没有被反复使用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一旦用测试集挑模型或调参，它就已经变成验证集，成绩不再可信。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Dataset 与 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Dataset &amp; DataLoader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划分之后，数据要以「样本可索引」的形式交给训练循环。
PyTorch 用两个抽象完成这件事，这一部分把它们讲到你能自己写出来。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__len__ 与 __getitem__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批处理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batch · shuffle · workers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只作用于训练集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Dataset 与 DataLoader：六条要点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Dataset 定义「一条样本是什么」，DataLoader 定义「批次怎么来」。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Dataset 的契约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two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子类必须实现 __len__ 与 __getitem__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__getitem__ 返回一条样本 (x, 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DataLoader 做四件事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four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批处理、打乱、并行加载、collate 拼批次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它是可迭代对象，不是数据本身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batch_size 怎么选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太小：梯度噪声大、训练慢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太大：显存紧张、泛化可能变差；32/64 起步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shuffle 的规则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shuffle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训练集 True，验证/测试 False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顺序不影响指标，但便于对齐与排查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num_workers 与加载瓶颈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workers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加载成为瓶颈时设为 2–4 个子进程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设太大反而拖慢；Notebook 下先试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随机性要可控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seeds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torch.Generator 固定划分与 shuffle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多 worker 时用 worker_init_fn 固定各自种子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自定义 Dataset：只需要两个方法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dataset.py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Dataset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class DefectDataset(Dataset):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"""DataFrame -&gt; PyTorch 数据集：只需两个方法。"""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__init__(self, df, transform=None):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self.y = torch.tensor(df["label"].values,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   dtype=torch.long)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self.x = torch.tensor(df.drop(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columns=["label"]).values.astype("float32"))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self.transform = transform  # 增强只在训练集传入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__len__(self):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return len(self.y)          # 批次数靠它算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def __getitem__(self, i):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x = self.x[i]               # 一次只返回一条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if self.transform is not None: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x = self.transform(x)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return x, self.y[i]         # (特征, 标签)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ds = DefectDataset(df)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print(len(ds), ds[0][0].shape)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两条纪律：__getitem__ 里不要做「跨样本」的统计（那是泄漏的温床）；transform 只在训练集传入，验证与测试必须与线上推理保持一致。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DataLoader 与固定种子的划分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dataloader.py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DataLoader, Subset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固定种子的划分：可复现，且不污染全局随机状态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g = torch.Generator().manual_seed(42)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perm = torch.randperm(len(ds), generator=g)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i1, i2 = int(0.70 * len(ds)), int(0.85 * len(ds))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train_ds = Subset(ds, perm[:i1])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val_ds   = Subset(ds, perm[i1:i2])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test_ds  = Subset(ds, perm[i2:])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shuffle=True, num_workers=4)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val_loader   = DataLoader(val_ds, batch_size=64,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 shuffle=False)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test_loader  = DataLoader(test_ds, batch_size=64)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xb, yb = next(iter(train_loader))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print(xb.shape, yb.shape, len(train_loader))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shuffle 只开在训练集；val/test 保持顺序即可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运行前先确认 xb 的形状与 dtype：形状不对，多半是 __getitem__ 返回了整列而不是单条样本——这是实验 2 里最常见的报错。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DataLoader 关键参数与常见坑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015999"/>
                <a:gridCol w="1944000"/>
                <a:gridCol w="5184000"/>
              </a:tblGrid>
              <a:tr h="46285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作用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建议初值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常见坑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batch_size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每个批次的样本数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32 /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太大显存爆且泛化变差；太小梯度噪声大、训练变慢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shuffle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每轮是否打乱顺序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训练集 True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验证/测试开 True 会让排查困难；与 sampler 互斥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num_workers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并行加载的子进程数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 –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设太大会拖慢；Notebook 与 Windows 下多进程容易报错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drop_last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丢弃不足一批的尾批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训练集 True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不丢时尾批可能只剩 1 个样本，BatchNorm 会直接报错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collate_fn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自定义批次拼装方式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变长序列时自定义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默认要求同形状，NLP 任务里会直接报错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85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generator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固定 shuffle 的随机性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torch.Generator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不设时，两次运行的批次顺序不同，结果无法逐位对齐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53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参数没有「最佳值」，只有「与你的数据、显存和指标口径匹配的值」。实验报告里必须给出取值与理由。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数据增强与类别不平衡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两条边界：增强只作用于训练集；任何采样都要报告处理前后的类别分布。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数据增强：训练集专用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图像：翻转、裁剪、颜色抖动、随机擦除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表格：加噪声、插值、特征扰动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不平衡之一：重采样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WeightedRandomSampler 给少数类更高权重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过采样少数类，或欠采样多数类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不平衡之二：代价敏感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CrossEntropyLoss(weight=1/counts)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不改数据，改的是「犯错的代价」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不平衡下的指标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类别只占 4% 时，accuracy 可以到 0.96 却毫无用处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改用 per-class recall、F1 或 AUPRC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增强的边界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limits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验证/测试一律不增强，否则指标不可比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增强不能改变标签语义，否则是造噪声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采样带来的新偏差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bias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有放回重采样会放大少数类的噪声与重复样本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必须报告采样前后的分布对照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类别不平衡：重采样与代价敏感损失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42000"/>
            <a:ext cx="10593719" cy="417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42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28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imbalance.py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55999"/>
            <a:ext cx="10197719" cy="36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DataLoader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from torch.utils.data import WeightedRandomSampler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按样本权重重采样，让每个批次接近均衡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y_tr = torch.tensor([ds[i][1]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for i in train_ds.indices])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counts = torch.bincount(y_tr)      # 每类样本数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w = (1.0 / counts.float())[y_tr]   # 少数类权重更大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sampler = WeightedRandomSampler(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weights=w, num_samples=len(w),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replacement=True)              # 有放回重采样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train_loader = DataLoader(train_ds, batch_size=32,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                         sampler=sampler)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注意：sampler 与 shuffle=True 互斥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另一种做法：不改数据，改损失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criterion = nn.CrossEntropyLoss(weight=1/counts)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2E8F0"/>
                </a:solidFill>
                <a:latin typeface="Menlo"/>
              </a:rPr>
              <a:t># 增强只加训练集；验证/测试与线上推理保持一致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59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处理完一定要回看指标：如果少数类的 recall 上去了但多数类掉得很厉害，说明你在用整体性能换少数类，这个取舍必须写进报告。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实验 2：数据管道与数据卡片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Dataset, DataLoader &amp; Data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80 分钟，把本周的六步管道真正跑通：
先按「是否需要统计量」给清洗动作分组，再实现自定义 Dataset 与 DataLoader，完成探索、划分、增强与不平衡统计，产出数据卡片。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探索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质量诊断与可视化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固定种子 + 说明依据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自定义 Dataset 与 DataLoader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数据卡片 Data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2 的七件事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AI 可以帮你写探索代码，但每一条统计结论都必须由你自己核对。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探索与质量诊断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分布、缺失、异常、重复各写清判据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每条结论配一张图或一行断言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清洗原始表（无需统计量）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去重、单位换算、编码统一，各写清数值判据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预测删除数必须等于实际删除数（812 = 812）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5679" y="1296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先划分，再只用训练集算统计量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8879" y="1915200"/>
            <a:ext cx="2940839" cy="9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用固定种子划分，并说明为什么选随机/分层/时间/分组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报告每个集合的样本量与类别比例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自定义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400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实现 __len__ 与 __getitem__，返回 (x, y)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验证 ds[0] 的形状与 dtype 正确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2440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2440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5639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E · DataLoader 与增强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5639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设置 batch_size、shuffle、num_workers 并说明理由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增强只加在训练集，并给出对照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679" y="3204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5679" y="3204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8879" y="339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 · 不平衡统计与处理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621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8879" y="3823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统计各类占比，选重采样或代价敏感损失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给出处理前后的类别分布对照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9200" y="5112000"/>
            <a:ext cx="338723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9200" y="5112000"/>
            <a:ext cx="32400" cy="169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400" y="5299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 · 尊重数据与隐私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400" y="55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400" y="5731200"/>
            <a:ext cx="2940839" cy="9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只使用来源合规、获得授权的数据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个人信息先去标识化，不上传到公网工具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2 交付物：数据卡片（Data Card）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88000"/>
            <a:ext cx="10593719" cy="43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27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data_card.md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01999"/>
            <a:ext cx="10197719" cy="38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Data Card · 数据卡片 · defects-v1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1. 来源与合规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来源：&lt;内部产线导出&gt; · 许可：内部授权 · 采集：2026-09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已去标识化：删除工号与设备序列号；未上传公网工具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2. 规模与结构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- 11,668 行（原始 12,480，按主键去重删除 812）· 特征数 10 · 标签 5 类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划分 train 70% / val 15% / test 15%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（seed=42，分层划分，理由是类别不平衡）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3. 质量与已知问题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缺失：age 3.2%（少数类 25% vs 其他 2.3%）-&gt; 用训练集中位数填补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单位混用：935 条华氏记录 -&gt; 换算为摄氏（不是删掉）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编码不一致：material_code 10 种写法 -&gt; 归一为 5 个编码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异常：35 条传感器卡死值 -&gt; 截断到训练集 1/99 分位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重复：按 batch_id + 时间戳去重，删除 812 条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4. 增强与不平衡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类别 3 仅占 4.1% -&gt; WeightedRandomSampler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训练集：高斯噪声；验证/测试：不增强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5. 偏差与使用边界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样本集中来自单一产线，结论不可外推到其他工厂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76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数据卡片是本周的交付核心：它把「我怎么处理数据」变成别人可以核查的文字。缺少「偏差与使用边界」一节的数据卡片，视为未完成。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2 提交清单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可运行的数据管道代码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data_pipeline.py 含自定义 Dataset 与 DataLoader，能在干净环境里端到端跑通。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划分策略与依据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写明选随机/分层/时间/分组的原因、种子取值，以及每个集合的规模与类别比例。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数据卡片 Data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含来源与合规、规模与结构、质量与已知问题、增强与不平衡、偏差与使用边界。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增强与不平衡的前后对照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给出处理前后的类别分布与关键指标，说明这个取舍的代价。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协同记录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记录 AI 给出的统计结论、你核对后的结果，以及那条被证伪的结论。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泄漏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用测试集参与训练后得到的 0.99 准确率，能作为最终指标吗？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能，数字更高说明模型更好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不能，测试集已被模型见过，必须换真正未见过的数据评估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能，只要再跑一次验证集就行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取决于测试集的大小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带时间顺序的数据应该怎么划分？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随机打乱后按比例切分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时间划分：用过去训练、用未来测试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只分训练集和测试集，不分验证集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按类别分层划分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自定义 Dataset 必须实现哪两个方法？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__init__ 与 fit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__len__ 与 __getitem__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forward 与 backward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load 与 save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不平衡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某个类别只占 4%，第一步应该做什么？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直接训练，用 accuracy 评估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先统计各类占比，再选重采样或代价敏感损失并改用 per-class 指标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直接删掉这个少数类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把整个数据集复制一份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数据决定上限，模型逼近上限：效果不好时，先诊断数据，再考虑换模型。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清洗是把已知问题变成可核查记录：缺失、异常、重复、标签噪声各有判据、动作与风险。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划分必须发生在所有「会学习」的步骤之前：标准化、填补、特征选择的统计量只来自训练集。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数据泄漏 = 训练时看到了推理时拿不到的信息：四种形态是测试集混入、重复样本跨集、时序随机划分、测试集被反复调参。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Dataset 定义一条样本是什么，DataLoader 定义批次怎么来；增强只加训练集，不平衡用 sampler 或代价敏感损失。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提交数据管道代码与数据卡片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data_pipeline.py 能端到端运行；数据卡片说明划分策略、增强策略的选择依据与潜在偏差。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预习 W4：从张量到 nn.Module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把本周的 DataLoader 接进一个最小训练脚本，先跑通一个 epoch，并记录训练与验证损失。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W3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「模型的上限，在你划分数据的那一刻
就已经写好了。」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本周交付：一条可复现的数据管道 + 一张说清偏差的数据卡片。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W4 · 从张量到 nn.Module：用本周的 Dataset 与 DataLoader 训练第一个真正的模型，并读懂训练/验证曲线。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3 Lecture ·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
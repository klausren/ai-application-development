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UNDERGRADUATE ·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Data Preparation and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Raw data -&gt; cleaning -&gt; splits -&gt; Dataset -&gt; DataLoader -&gt; batches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3 · Acquisition &amp; cleaning · train/val/test splits · data leakage · Dataset &amp; DataLoader · augmentation &amp; class imbalance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Module 1 · W1-4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4875" y="5295600"/>
            <a:ext cx="280871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7675" y="5364000"/>
            <a:ext cx="246311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Lecture + Lab +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6788" y="5295600"/>
            <a:ext cx="337045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588" y="5364000"/>
            <a:ext cx="302485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PyTorch · Dataset · DataLoader · torchvision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0444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3244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International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First accept that data sets the ceiling, then turn the six-step pipeline into runnable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Theory ~90 min · Lab ~75 min · Quiz &amp; Summary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Thesis · the six-step pipeline · data-centric thinking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Acquisition &amp; 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Acquisition &amp;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Missing, outliers, duplicates, label noise · AI-assisted exploration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Splitting &amp; Data Leakage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Splitting &amp;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70/15/15 · random/stratified/time/group · detecting leakage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Two contracts · batching &amp; shuffling · augmentation · imbalance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Pipeline &amp; Data 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Explore -&gt; split -&gt; Dataset/DataLoader -&gt; augment -&gt; Data Card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However strong a model is, it cannot invent information the data does not contain.
This part sets the thesis of the week: data sets the ceiling, models only approach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The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Information and label quality bound the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Approach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better model only approaches it more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Trustworthy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Splits and leakage decide if the number is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One Thesis: Data Sets the Ceiling, Models Approach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Field experience: when a project stalls, look back at the data first - most of the time the bottleneck is data, not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Data Sets the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Coverage and label quality bound how low the error can go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low ceiling cannot be rescued by any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Models Only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Swapping models and tuning hyper-parameters approaches the same ceiling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So: fix the data first, then change the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Evaluation Tells You Whether You 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wrong split or a leak makes the number you see fake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rest of the week serves one goal: seeing the true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Six-Step Data Pipeline: Raw Data to Batches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810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810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Raw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Many sources and formats,
not yet good or bad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4281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6820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6820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430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6430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820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4820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4820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Missing values, outliers,
duplicates, label noise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0440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443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443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404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404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43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243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243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train/val/test, fixed seed,
strategy justified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7805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0205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0205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166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166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005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005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Dataset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005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__len__ and __getitem__,
sample-level access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4567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967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967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928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928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767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DataLoader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767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Loader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767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Batching, shuffling,
parallel loading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31329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3729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3729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690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690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529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Batches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529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Batches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529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What the training loop
actually sees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200" y="426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order is not negotiable: splitting must happen before any step that learns - scaling, imputation, feature selection and augmentation all count. This is the single most important sentence of the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Model-Centric vs Data-Centric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345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Model-Centric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25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Data is processed ad hoc, then fed to a model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main moves are swapping models and tuning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Gains shrink and cannot be explained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Metrics are not reproducible and the cause is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Data-Centric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25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Diagnose quality first; settle provenance and compliance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Splits are justified, seeded and reproducible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same model gives steadier, higher metrics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Errors can be traced to a concrete data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480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two are not rivals - do the data first, then the model. In the opposite order you cannot even judge whether the model is good.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Data Acquisition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Acquisition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Cleaning is not making data look nice - it is turning known problems into an auditable record.
This part covers four common problems, and how to use AI for exploration without being misled.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Licence and privacy come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Diagnosis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Quantify before you 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Before/after must be comparable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Common Data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Spotting a problem is only step one: every action needs an explicit criterion and a before/after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Rank the missing rates, then check whether missingness relates to the label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Imputation statistics (median/mode) may come from the training set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05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259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Judge by the 1/99 percentiles or IQR, not by "looks weird"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You may clip or transform them, or keep them with a 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400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Duplicates &amp;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duplicates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00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De-duplicate on keys; unify units and category codes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duplicate across splits is direct data leakage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059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05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7259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Label Noise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7259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Cross-check, measure annotator agreement, spot-check by hand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With a high noise rate, more data will not help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Cleaning Actions and Their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2232000"/>
                <a:gridCol w="3024000"/>
                <a:gridCol w="3816000"/>
              </a:tblGrid>
              <a:tr h="468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Problem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How You Detect It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Action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Risk / Caveat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df.isna().mean() ranked; missingness vs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Drop, median/mode imputation, model-based imputation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Imputing with full-data statistics is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Outliers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Percentiles, box plots, the IQR rule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Clip, log-transform, or keep them with a flag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The outlier may be exactly what you must predict - do not delete by default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Key counts; checks on unit and code value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De-duplicate; unify units and category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One entity across train and test means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Label Noise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Agreement checks, high-confidence errors, manual sampling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Re-label, remove, or use a robust loss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Quantify the noise rate before deciding to clean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363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last column is the real lesson: anyone can perform the action - knowing what it breaks is engineering.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AI-Assisted Exploration: Generate the Code, Verify the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4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1 · Let AI draft the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74000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pandas as pd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df = pd.read_csv("data/raw/defects.csv")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print("shape:", df.shape)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print(df["label"].value_counts())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print(df["label"].value_counts(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normalize=True).round(3))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print(df.isna().mean().sort_values(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ascending=False).head(5))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print(df.describe().T[["mean", "std",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"min", "max"]].round(2))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This is where AI makes plausible claims: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"classes are balanced, you can train as is."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6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6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4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2 · Verify each claim with asserts and plots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74000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AI: "classes are balanced, train as is."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share = df["label"].value_counts(normalize=True)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assert share.min() &gt; 0.20, "minority too low"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AI: "there are no missing values."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assert df.isna().sum().sum() == 0, "missing"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AI: "features correlate strongly with the label."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-&gt; plot it and recompute the correlation yourself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df.groupby("label")["size"].mean().plot(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kind="bar")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Every claim must be reproducible by one assert or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one plot; log failures in AI_USE.md with the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0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key rule: when an AI statistic disagrees with your own plot, trust what you ran - and write the disagreement into your AI-use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Empowerment: Claims Must Be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can write the code but cannot make the judgement: numbers and plots must confirm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314000"/>
            <a:ext cx="3387239" cy="23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314000"/>
            <a:ext cx="32400" cy="230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Plausible-but-Wrong AI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Concluding from accuracy on imbalanced data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Treating a zero missing rate as clean data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Inventing column names and file paths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Reading the sample count as the feature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314000"/>
            <a:ext cx="3387239" cy="23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314000"/>
            <a:ext cx="32400" cy="230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What You Must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Pair every claim with one assert or one plot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Recompute the key numbers independently in pandas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When they disagree, trust what you ran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 imbalanced data, switch to per-class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314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314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Trace You Must Leave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AI_USE.md: the prompt, the AI answer, the problem you found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State which line you changed and why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Counts toward the formative assessment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Splitting &amp;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Splitting &amp; 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Splitting is the most important step of the week: it decides whether every number you see later is trustworthy.
This part covers ratios and strategies first, then the four common shapes of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Ratios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70/15/15 and its variants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Random · stratified · time · group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Detect and 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Train / Validation / Test: One Job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015999"/>
            <a:ext cx="7372404" cy="111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200" y="2214000"/>
            <a:ext cx="737240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2527200"/>
            <a:ext cx="737240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200" y="3330000"/>
            <a:ext cx="7055604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Fits parameters and statistics. Scaling, imputation, feature selection and augmentation happen here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4804" y="2015999"/>
            <a:ext cx="1545857" cy="111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804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804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804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Used to choose models and tune hyper-parameters. It is looked at repeatedly, so it is not the final 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3862" y="2015999"/>
            <a:ext cx="1545857" cy="111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3862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3862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3862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Reported once, at the very end. Once it informs tuning, it has become a validation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4392000"/>
            <a:ext cx="1059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E3F8C"/>
                </a:solidFill>
                <a:latin typeface="Source Han Sans SC"/>
              </a:rPr>
              <a:t>Two common variants: with small data (under 10k) use 5-fold cross-validation instead of a fixed validation set; with class imbalance prefer stratified splitting so each split keeps the overall class ratio.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Splitting Strategies: Choose by Data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No universal split: ask whether samples are independent, whether there is a time order, whether one entity repeats - then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Random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i.i.d.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when samples are independent, with no time order and no repeated entity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Fix the seed with torch.Generator so the split is reproducible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05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Stratified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imbalanced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259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when classes are imbalanced, especially with few minority samples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Keeps each split's class ratio close to the overall ratio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400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Time-Based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00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for time series, streams, or data with a real order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Train on the past, test on the future; shuffling lets the model see the future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059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05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7259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Group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repeated 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7259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when one user, device or patient has many records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One entity may live in exactly one split, otherwise it leaks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 Leakage: One Wrong Way, One Right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5185259" cy="3924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Wrong: test set used as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4789259" cy="33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DataLoader, random_split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ConcatDataset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after splitting, the test set is merged back in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train_ds, test_ds = random_split(ds, [0.8, 0.2])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leaked = ConcatDataset([train_ds, test_ds])  # leak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loader = DataLoader(leaked, batch_size=32,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shuffle=True)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model = nn.Linear(n_feat, n_class)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opt = torch.optim.Adam(model.parameters(), lr=1e-3)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_ in range(20):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for xb, yb in loader: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loss = nn.functional.cross_entropy(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model(xb), yb)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opt.zero_grad(); loss.backward(); opt.step()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test_ds was seen in training: marking your own exam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print(eval_acc(model, test_ds))  # 0.99 fake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42000"/>
            <a:ext cx="5185259" cy="3924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42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28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Right: split first, fit on train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55999"/>
            <a:ext cx="4789259" cy="33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DataLoader, random_split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split first, with a fixed seed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g = torch.Generator().manual_seed(42)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train_ds, val_ds, test_ds = random_split(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ds, [0.70, 0.15, 0.15], generator=g)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scaling statistics come from the training set only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 = X[train_ds.indices]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mu, sd = tr.mean(0), tr.std(0).clamp_min(1e-8)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X_norm = (X - mu) / sd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   shuffle=True)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val_loader   = DataLoader(val_ds, batch_size=64)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test_loader  = DataLoader(test_ds, batch_size=64)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test set is reported once, never used for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34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A real incident: a team trained on data that included the test samples, reported 0.99 offline and dropped to 0.78 in production. The inflation was not learning - the model had seen the exam. One test for leakage: could you obtain this information at inference time? If not, it must not appear in training.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Data-Leakage Self-Check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Splitting precedes every step that learns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Scaling, imputation, feature selection and augmentation come after the split and touch the training set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Statistics come from the training set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Means, variances, quantiles and vocabularies are computed on train, then applied to val and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One entity never spans splits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All records of one user, device, patient or document stay in one split (group split).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Time-series data uses a time-based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Predict the future from the past; shuffling lets the model see the future during training.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The test set is not reused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Once the test set selects models or hyper-parameters it is a validation set, and the score is no longer trustworthy.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After splitting, the data must reach the training loop as indexable samples.
PyTorch does this with two abstractions - this part takes you to the point of writing them yourself.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__len__ and __getitem__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Batching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batch · shuffle · workers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Training set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Dataset and DataLoader: Six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Dataset defines what one sample is; a DataLoader defines how batches are formed.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Dataset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two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subclass must implement __len__ and __getitem__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__getitem__ returns one sample (x, 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What DataLoader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four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Batching, shuffling, parallel loading, collating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It is an iterable, not the data itself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Choosing batch_size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Too small: noisy gradients, slow training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Too large: memory pressure and worse generalisation; start at 32/64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shuffle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shuffle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True for train; False for validation and test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Order does not change metrics but helps debugging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num_workers and the I/O 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workers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Set 2-4 worker processes when loading is the bottleneck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Too many can slow it down; try 0 first in notebooks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Keep Randomness Controlled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seeds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Fix splits and shuffling with torch.Generator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With workers, fix per-worker seeds via worker_init_fn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 Custom Dataset: Two Methods Are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dataset.py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Dataset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class DefectDataset(Dataset):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"""DataFrame -&gt; PyTorch dataset: two methods only."""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__init__(self, df, transform=None):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self.y = torch.tensor(df["label"].values,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   dtype=torch.long)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self.x = torch.tensor(df.drop(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columns=["label"]).values.astype("float32"))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self.transform = transform  # train split only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__len__(self):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return len(self.y)          # used for batch count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__getitem__(self, i):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x = self.x[i]               # one sample at a time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if self.transform is not None: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x = self.transform(x)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return x, self.y[i]         # (features, label)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ds = DefectDataset(df)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print(len(ds), ds[0][0].shape)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Two disciplines: never compute cross-sample statistics inside __getitem__ (a breeding ground for leakage), and pass transform to the training split only - validation and test must match inference.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DataLoader and a Seeded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dataloader.py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DataLoader, Subset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a seeded split: reproducible, no global RNG side effects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g = torch.Generator().manual_seed(42)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perm = torch.randperm(len(ds), generator=g)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i1, i2 = int(0.70 * len(ds)), int(0.85 * len(ds))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train_ds = Subset(ds, perm[:i1])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val_ds   = Subset(ds, perm[i1:i2])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test_ds  = Subset(ds, perm[i2:])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shuffle=True, num_workers=4)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val_loader   = DataLoader(val_ds, batch_size=64,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shuffle=False)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test_loader  = DataLoader(test_ds, batch_size=64)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xb, yb = next(iter(train_loader))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print(xb.shape, yb.shape, len(train_loader))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shuffle on the training set only; val/test stay ordered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Check the shape and dtype of xb before anything else: a wrong shape usually means __getitem__ returned a whole column instead of one sample - the most common error in Lab 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Key DataLoader Arguments and Their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015999"/>
                <a:gridCol w="1944000"/>
                <a:gridCol w="5184000"/>
              </a:tblGrid>
              <a:tr h="46285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Argument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Does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Start With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Common Pitfall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batch_size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Samples per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32 /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Too large runs out of memory and generalises worse; too small is noisy and slow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shuffle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Whether to reshuffle each epoch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True for train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True on val/test makes debugging harder; mutually exclusive with sampler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num_workers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Worker processes for 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2 - 4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Too many slows it down; multiprocessing often breaks in notebooks and on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drop_last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Drop the final short batch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True for train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Leave it False and a batch of size 1 can crash BatchNorm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collate_fn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Custom batch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Custom for variable-length sequences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The default requires equal shapes and fails in NLP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generator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Fixes the randomness of shuffling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torch.Generator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Without it, batch order differs between runs and results cannot be matched bit-for-bit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53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There is no best value - only a value that matches your data, memory and metric. The lab report must state each value and the reason.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Augmentation and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Two boundaries: augmentation touches the training set only, and every sampling step reports the before/after class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Augmentation: Training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Images: flip, crop, colour jitter, random erasing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Tabular: noise, interpolation, feature perturbation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Imbalance 1: Resampling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WeightedRandomSampler gives the minority class more weight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Oversample the minority, or undersample the majority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Imbalance 2: Cost-Sensitive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CrossEntropyLoss(weight=1/counts)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data is untouched; the price of an error changes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Metrics Under Imbalance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4% class lets accuracy reach 0.96 while being useless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Switch to per-class recall, F1 or AUPRC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Limits of Augmentation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limits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Never augment val/test, or metrics are not comparable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Augmentation must not change label semantics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Bias Introduced by Sampling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Sampling with replacement amplifies minority noise and duplicates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Always report the distribution before and after sampling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Class Imbalance: Resampling and Cost-Sensitive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imbalance.py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DataLoader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WeightedRandomSampler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resample by sample weight so each batch is balanced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y_tr = torch.tensor([ds[i][1]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for i in train_ds.indices])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counts = torch.bincount(y_tr)      # samples per class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w = (1.0 / counts.float())[y_tr]   # rarer, bigger weight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sampler = WeightedRandomSampler(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weights=w, num_samples=len(w),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replacement=True)              # with replacement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sampler=sampler)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note: sampler and shuffle=True are exclusive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alternative: keep the data, change the loss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criterion = nn.CrossEntropyLoss(weight=1/counts)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augment train only; val/test must match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Always re-measure after treating imbalance: if minority recall rises while the majority class collapses, you traded overall performance for the minority - state that trade-off in the report.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Experiment 2: Pipeline &amp; Data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Dataset, DataLoader &amp; Data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In 75 minutes you make the six-step pipeline actually run:
implement a custom Dataset and DataLoader, complete exploration, splitting, augmentation and imbalance statistics, and produce a Data Card.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Diagnose quality and plot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Fixed seed + justification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Custom Dataset and DataLoader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 Data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Six Tasks of Experiment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may draft the exploration code, but every statistical claim must be checked by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Explore and 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Give explicit criteria for distribution, missing, outliers, duplicates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Pair every claim with a plot or an assert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A reproducible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Split with a fixed seed and justify random / stratified / time / group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Report the size and class ratio of every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Custom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Implement __len__ and __getitem__ returning (x, y)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Verify the shape and dtype of ds[0]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DataLoader and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Set batch_size, shuffle and num_workers with reasons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Apply augmentation to train only, with a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E · Imbalance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Measure class shares, then pick resampling or a cost-sensitive loss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Show the class distribution before and after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 · Respect for Data and Privacy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only data with a lawful, authorised source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De-identify personal data; never upload it to public tools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Lab 2 Deliverable: The Data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88000"/>
            <a:ext cx="10593719" cy="43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27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data_card.md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01999"/>
            <a:ext cx="10197719" cy="38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Data Card - defects-v1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1. Provenance and compliance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Source: &lt;internal line export&gt; · internal licence · 2026-09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De-identified: employee and device IDs removed; not uploaded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2. Scale and structure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- 12,480 samples · 12 features · 5 classes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Split train 70% / val 15% / test 15%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(seed=42, stratified - because the classes are imbalanced)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3. Quality and known issues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Missing: age 3.2% -&gt; imputed with the training median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Outliers: 3 -&gt; clipped to the 1/99 percentiles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Duplicates: de-duplicated on batch_id + timestamp, 812 gone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4. Augmentation and imbalance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Class 3 is only 4.1% -&gt; WeightedRandomSampler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Train: horizontal flip + Gaussian noise; val/test: none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5. Bias and limits of use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Samples come from a single line; do not extrapolate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76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Data Card is the deliverable at the heart of this week: it turns "how I handled the data" into text someone else can audit. A Data Card without the bias-and-limits section counts as incomplete.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Experiment 2 Submission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Runnable pipeline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data_pipeline.py with a custom Dataset and DataLoader, running end to end on a clean checkout.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Split strategy and its justification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State the chosen strategy, the seed, and the size and class ratio of each split.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The Data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Covering provenance, scale, quality, augmentation and imbalance, and bias and limits of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Before/after evidence for augmentation and imbalance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Give the class distribution and key metrics before and after, and state the trade-off.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collaboration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Record the AI's statistical claims, your verification, and the claim that turned out wrong.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Quick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After the test set took part in training, accuracy reads 0.99. Can it be the final metric?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Yes - a higher number means a better model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No - the model has seen it; you need data it has never seen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Yes, as long as you also run the validation set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It depends on the size of the test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Splitting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How should data with a time order be split?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Shuffle randomly, then cut by ratio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Time-based: train on the past, test on the future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Only train and test, with no validation set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Stratified by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two methods must a custom Dataset implement?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__init__ and fit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__len__ and __getitem__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forward and backward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load and save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Imbalance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One class is only 4% of the data. What comes first?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Train as is and evaluate with accuracy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Measure the class shares, then choose resampling or a cost-sensitive loss and per-class metrics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Delete the minority class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Duplicate the whole dataset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Week 3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Data sets the ceiling and models approach it: when results are poor, diagnose the data before changing the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Cleaning turns known problems into an auditable record: each of missing, outliers, duplicates and label noise has a criterion, an action and a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Splitting precedes every step that learns: the statistics behind scaling, imputation and feature selection come from the training set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Leakage means training on information unavailable at inference: test data merged in, duplicates across splits, random splits on time series, and a test set reused for tuning.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 Dataset defines one sample, a DataLoader defines the batches; augmentation applies to train only, and imbalance is handled by a sampler or a cost-sensitive loss.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Submit the pipeline code and the Data 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data_pipeline.py must run end to end; the Data Card states the reasoning behind the split and augmentation choices, plus the remaining bias.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Preview W4: from tensors to nn.Module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Plug this week's DataLoader into a minimal training script, run one epoch, and log the training and validation loss.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W3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"The ceiling of your model is written
at the moment you split the data."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This week you deliver: a reproducible data pipeline + a Data Card that states its own bias.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W4 · From tensors to nn.Module: train your first real model on this week's Dataset and DataLoader, and learn to read the training/validation curves.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 Lecture ·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